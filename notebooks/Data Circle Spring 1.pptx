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10" r:id="rId1"/>
    <p:sldMasterId id="2147483711" r:id="rId2"/>
    <p:sldMasterId id="2147483712" r:id="rId3"/>
  </p:sldMasterIdLst>
  <p:notesMasterIdLst>
    <p:notesMasterId r:id="rId16"/>
  </p:notesMasterIdLst>
  <p:sldIdLst>
    <p:sldId id="256" r:id="rId4"/>
    <p:sldId id="257" r:id="rId5"/>
    <p:sldId id="258" r:id="rId6"/>
    <p:sldId id="259" r:id="rId7"/>
    <p:sldId id="260" r:id="rId8"/>
    <p:sldId id="261" r:id="rId9"/>
    <p:sldId id="262" r:id="rId10"/>
    <p:sldId id="263" r:id="rId11"/>
    <p:sldId id="264" r:id="rId12"/>
    <p:sldId id="265" r:id="rId13"/>
    <p:sldId id="267" r:id="rId14"/>
    <p:sldId id="268" r:id="rId15"/>
  </p:sldIdLst>
  <p:sldSz cx="9144000" cy="5143500" type="screen16x9"/>
  <p:notesSz cx="6858000" cy="9144000"/>
  <p:embeddedFontLst>
    <p:embeddedFont>
      <p:font typeface="Assistant" panose="020B0604020202020204" charset="-79"/>
      <p:regular r:id="rId17"/>
      <p:bold r:id="rId18"/>
    </p:embeddedFont>
    <p:embeddedFont>
      <p:font typeface="Calibri" panose="020F0502020204030204" pitchFamily="34" charset="0"/>
      <p:regular r:id="rId19"/>
      <p:bold r:id="rId20"/>
      <p:italic r:id="rId21"/>
      <p:boldItalic r:id="rId22"/>
    </p:embeddedFont>
    <p:embeddedFont>
      <p:font typeface="Roboto" panose="020B0604020202020204" charset="0"/>
      <p:regular r:id="rId23"/>
      <p:bold r:id="rId24"/>
      <p:italic r:id="rId25"/>
      <p:boldItalic r:id="rId26"/>
    </p:embeddedFont>
    <p:embeddedFont>
      <p:font typeface="Roboto Light" panose="020B0604020202020204" charset="0"/>
      <p:regular r:id="rId27"/>
      <p:bold r:id="rId28"/>
      <p:italic r:id="rId29"/>
      <p:boldItalic r:id="rId30"/>
    </p:embeddedFont>
    <p:embeddedFont>
      <p:font typeface="Roboto Medium" panose="020B0604020202020204" charset="0"/>
      <p:regular r:id="rId31"/>
      <p:bold r:id="rId32"/>
      <p:italic r:id="rId33"/>
      <p:boldItalic r:id="rId34"/>
    </p:embeddedFont>
    <p:embeddedFont>
      <p:font typeface="Roboto Mono" panose="020B060402020202020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9" d="100"/>
          <a:sy n="89" d="100"/>
        </p:scale>
        <p:origin x="84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7.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b647448be2_1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b647448be2_1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67fd3bc8f2_1_5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3" name="Google Shape;413;g367fd3bc8f2_1_5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ad3d1106e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3ad3d1106e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ae1d47eec3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3ae1d47eec3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ae6c08cdd9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ae6c08cdd9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ad2e7e953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ad2e7e953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ae1d47eec3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ae1d47eec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67fd3bc8f2_1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2" name="Google Shape;462;g367fd3bc8f2_1_2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368379c4542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1" name="Google Shape;471;g368379c4542_0_3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68379c4542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9" name="Google Shape;479;g368379c4542_0_1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ae6c08cdd9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3ae6c08cdd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3695690359a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4" name="Google Shape;504;g3695690359a_0_1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1" type="title">
  <p:cSld name="TITL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311700" y="1239060"/>
            <a:ext cx="6089100" cy="17763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1"/>
              </a:buClr>
              <a:buSzPts val="5200"/>
              <a:buNone/>
              <a:defRPr sz="5200">
                <a:solidFill>
                  <a:schemeClr val="accent1"/>
                </a:solidFill>
              </a:defRPr>
            </a:lvl1pPr>
            <a:lvl2pPr lvl="1">
              <a:lnSpc>
                <a:spcPct val="100000"/>
              </a:lnSpc>
              <a:spcBef>
                <a:spcPts val="0"/>
              </a:spcBef>
              <a:spcAft>
                <a:spcPts val="0"/>
              </a:spcAft>
              <a:buClr>
                <a:schemeClr val="accent1"/>
              </a:buClr>
              <a:buSzPts val="5200"/>
              <a:buNone/>
              <a:defRPr sz="5200">
                <a:solidFill>
                  <a:schemeClr val="accent1"/>
                </a:solidFill>
              </a:defRPr>
            </a:lvl2pPr>
            <a:lvl3pPr lvl="2">
              <a:lnSpc>
                <a:spcPct val="100000"/>
              </a:lnSpc>
              <a:spcBef>
                <a:spcPts val="0"/>
              </a:spcBef>
              <a:spcAft>
                <a:spcPts val="0"/>
              </a:spcAft>
              <a:buClr>
                <a:schemeClr val="accent1"/>
              </a:buClr>
              <a:buSzPts val="5200"/>
              <a:buNone/>
              <a:defRPr sz="5200">
                <a:solidFill>
                  <a:schemeClr val="accent1"/>
                </a:solidFill>
              </a:defRPr>
            </a:lvl3pPr>
            <a:lvl4pPr lvl="3">
              <a:lnSpc>
                <a:spcPct val="100000"/>
              </a:lnSpc>
              <a:spcBef>
                <a:spcPts val="0"/>
              </a:spcBef>
              <a:spcAft>
                <a:spcPts val="0"/>
              </a:spcAft>
              <a:buClr>
                <a:schemeClr val="accent1"/>
              </a:buClr>
              <a:buSzPts val="5200"/>
              <a:buNone/>
              <a:defRPr sz="5200">
                <a:solidFill>
                  <a:schemeClr val="accent1"/>
                </a:solidFill>
              </a:defRPr>
            </a:lvl4pPr>
            <a:lvl5pPr lvl="4">
              <a:lnSpc>
                <a:spcPct val="100000"/>
              </a:lnSpc>
              <a:spcBef>
                <a:spcPts val="0"/>
              </a:spcBef>
              <a:spcAft>
                <a:spcPts val="0"/>
              </a:spcAft>
              <a:buClr>
                <a:schemeClr val="accent1"/>
              </a:buClr>
              <a:buSzPts val="5200"/>
              <a:buNone/>
              <a:defRPr sz="5200">
                <a:solidFill>
                  <a:schemeClr val="accent1"/>
                </a:solidFill>
              </a:defRPr>
            </a:lvl5pPr>
            <a:lvl6pPr lvl="5">
              <a:lnSpc>
                <a:spcPct val="100000"/>
              </a:lnSpc>
              <a:spcBef>
                <a:spcPts val="0"/>
              </a:spcBef>
              <a:spcAft>
                <a:spcPts val="0"/>
              </a:spcAft>
              <a:buClr>
                <a:schemeClr val="accent1"/>
              </a:buClr>
              <a:buSzPts val="5200"/>
              <a:buNone/>
              <a:defRPr sz="5200">
                <a:solidFill>
                  <a:schemeClr val="accent1"/>
                </a:solidFill>
              </a:defRPr>
            </a:lvl6pPr>
            <a:lvl7pPr lvl="6">
              <a:lnSpc>
                <a:spcPct val="100000"/>
              </a:lnSpc>
              <a:spcBef>
                <a:spcPts val="0"/>
              </a:spcBef>
              <a:spcAft>
                <a:spcPts val="0"/>
              </a:spcAft>
              <a:buClr>
                <a:schemeClr val="accent1"/>
              </a:buClr>
              <a:buSzPts val="5200"/>
              <a:buNone/>
              <a:defRPr sz="5200">
                <a:solidFill>
                  <a:schemeClr val="accent1"/>
                </a:solidFill>
              </a:defRPr>
            </a:lvl7pPr>
            <a:lvl8pPr lvl="7">
              <a:lnSpc>
                <a:spcPct val="100000"/>
              </a:lnSpc>
              <a:spcBef>
                <a:spcPts val="0"/>
              </a:spcBef>
              <a:spcAft>
                <a:spcPts val="0"/>
              </a:spcAft>
              <a:buClr>
                <a:schemeClr val="accent1"/>
              </a:buClr>
              <a:buSzPts val="5200"/>
              <a:buNone/>
              <a:defRPr sz="5200">
                <a:solidFill>
                  <a:schemeClr val="accent1"/>
                </a:solidFill>
              </a:defRPr>
            </a:lvl8pPr>
            <a:lvl9pPr lvl="8">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14" name="Google Shape;14;p2"/>
          <p:cNvSpPr txBox="1">
            <a:spLocks noGrp="1"/>
          </p:cNvSpPr>
          <p:nvPr>
            <p:ph type="subTitle" idx="1"/>
          </p:nvPr>
        </p:nvSpPr>
        <p:spPr>
          <a:xfrm>
            <a:off x="311700" y="3015350"/>
            <a:ext cx="6089100" cy="792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Clr>
                <a:schemeClr val="accent1"/>
              </a:buClr>
              <a:buSzPts val="2800"/>
              <a:buNone/>
              <a:defRPr sz="2800">
                <a:solidFill>
                  <a:schemeClr val="accent1"/>
                </a:solidFill>
              </a:defRPr>
            </a:lvl2pPr>
            <a:lvl3pPr lvl="2" algn="ctr">
              <a:lnSpc>
                <a:spcPct val="100000"/>
              </a:lnSpc>
              <a:spcBef>
                <a:spcPts val="0"/>
              </a:spcBef>
              <a:spcAft>
                <a:spcPts val="0"/>
              </a:spcAft>
              <a:buClr>
                <a:schemeClr val="accent1"/>
              </a:buClr>
              <a:buSzPts val="2800"/>
              <a:buNone/>
              <a:defRPr sz="2800">
                <a:solidFill>
                  <a:schemeClr val="accent1"/>
                </a:solidFill>
              </a:defRPr>
            </a:lvl3pPr>
            <a:lvl4pPr lvl="3" algn="ctr">
              <a:lnSpc>
                <a:spcPct val="100000"/>
              </a:lnSpc>
              <a:spcBef>
                <a:spcPts val="0"/>
              </a:spcBef>
              <a:spcAft>
                <a:spcPts val="0"/>
              </a:spcAft>
              <a:buClr>
                <a:schemeClr val="accent1"/>
              </a:buClr>
              <a:buSzPts val="2800"/>
              <a:buNone/>
              <a:defRPr sz="2800">
                <a:solidFill>
                  <a:schemeClr val="accent1"/>
                </a:solidFill>
              </a:defRPr>
            </a:lvl4pPr>
            <a:lvl5pPr lvl="4" algn="ctr">
              <a:lnSpc>
                <a:spcPct val="100000"/>
              </a:lnSpc>
              <a:spcBef>
                <a:spcPts val="0"/>
              </a:spcBef>
              <a:spcAft>
                <a:spcPts val="0"/>
              </a:spcAft>
              <a:buClr>
                <a:schemeClr val="accent1"/>
              </a:buClr>
              <a:buSzPts val="2800"/>
              <a:buNone/>
              <a:defRPr sz="2800">
                <a:solidFill>
                  <a:schemeClr val="accent1"/>
                </a:solidFill>
              </a:defRPr>
            </a:lvl5pPr>
            <a:lvl6pPr lvl="5" algn="ctr">
              <a:lnSpc>
                <a:spcPct val="100000"/>
              </a:lnSpc>
              <a:spcBef>
                <a:spcPts val="0"/>
              </a:spcBef>
              <a:spcAft>
                <a:spcPts val="0"/>
              </a:spcAft>
              <a:buClr>
                <a:schemeClr val="accent1"/>
              </a:buClr>
              <a:buSzPts val="2800"/>
              <a:buNone/>
              <a:defRPr sz="2800">
                <a:solidFill>
                  <a:schemeClr val="accent1"/>
                </a:solidFill>
              </a:defRPr>
            </a:lvl6pPr>
            <a:lvl7pPr lvl="6" algn="ctr">
              <a:lnSpc>
                <a:spcPct val="100000"/>
              </a:lnSpc>
              <a:spcBef>
                <a:spcPts val="0"/>
              </a:spcBef>
              <a:spcAft>
                <a:spcPts val="0"/>
              </a:spcAft>
              <a:buClr>
                <a:schemeClr val="accent1"/>
              </a:buClr>
              <a:buSzPts val="2800"/>
              <a:buNone/>
              <a:defRPr sz="2800">
                <a:solidFill>
                  <a:schemeClr val="accent1"/>
                </a:solidFill>
              </a:defRPr>
            </a:lvl7pPr>
            <a:lvl8pPr lvl="7" algn="ctr">
              <a:lnSpc>
                <a:spcPct val="100000"/>
              </a:lnSpc>
              <a:spcBef>
                <a:spcPts val="0"/>
              </a:spcBef>
              <a:spcAft>
                <a:spcPts val="0"/>
              </a:spcAft>
              <a:buClr>
                <a:schemeClr val="accent1"/>
              </a:buClr>
              <a:buSzPts val="2800"/>
              <a:buNone/>
              <a:defRPr sz="2800">
                <a:solidFill>
                  <a:schemeClr val="accent1"/>
                </a:solidFill>
              </a:defRPr>
            </a:lvl8pPr>
            <a:lvl9pPr lvl="8" algn="ctr">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15" name="Google Shape;15;p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grpSp>
        <p:nvGrpSpPr>
          <p:cNvPr id="16" name="Google Shape;16;p2"/>
          <p:cNvGrpSpPr/>
          <p:nvPr/>
        </p:nvGrpSpPr>
        <p:grpSpPr>
          <a:xfrm>
            <a:off x="311726" y="342910"/>
            <a:ext cx="2560425" cy="520904"/>
            <a:chOff x="311726" y="342910"/>
            <a:chExt cx="2560425" cy="520904"/>
          </a:xfrm>
        </p:grpSpPr>
        <p:sp>
          <p:nvSpPr>
            <p:cNvPr id="17" name="Google Shape;17;p2"/>
            <p:cNvSpPr/>
            <p:nvPr/>
          </p:nvSpPr>
          <p:spPr>
            <a:xfrm>
              <a:off x="311726" y="342910"/>
              <a:ext cx="2560425" cy="520904"/>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Google Shape;18;p2"/>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
        <p:nvSpPr>
          <p:cNvPr id="19" name="Google Shape;19;p2"/>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000" y="-7000"/>
            <a:ext cx="9144000" cy="255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93140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000" y="4798125"/>
            <a:ext cx="9144000" cy="35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25" name="Google Shape;25;p2"/>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65"/>
              <a:buNone/>
            </a:pPr>
            <a:r>
              <a:rPr lang="en" sz="1000" b="1">
                <a:solidFill>
                  <a:schemeClr val="lt1"/>
                </a:solidFill>
                <a:latin typeface="Assistant"/>
                <a:ea typeface="Assistant"/>
                <a:cs typeface="Assistant"/>
                <a:sym typeface="Assistant"/>
              </a:rPr>
              <a:t>We use tech to connect human potential and opportunity with dignity &amp; humility   </a:t>
            </a:r>
            <a:endParaRPr sz="1000" b="1">
              <a:solidFill>
                <a:schemeClr val="lt1"/>
              </a:solidFill>
              <a:latin typeface="Assistant"/>
              <a:ea typeface="Assistant"/>
              <a:cs typeface="Assistant"/>
              <a:sym typeface="Assistant"/>
            </a:endParaRPr>
          </a:p>
        </p:txBody>
      </p:sp>
      <p:sp>
        <p:nvSpPr>
          <p:cNvPr id="26" name="Google Shape;26;p2"/>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2">
  <p:cSld name="TITLE_1">
    <p:spTree>
      <p:nvGrpSpPr>
        <p:cNvPr id="1" name="Shape 27"/>
        <p:cNvGrpSpPr/>
        <p:nvPr/>
      </p:nvGrpSpPr>
      <p:grpSpPr>
        <a:xfrm>
          <a:off x="0" y="0"/>
          <a:ext cx="0" cy="0"/>
          <a:chOff x="0" y="0"/>
          <a:chExt cx="0" cy="0"/>
        </a:xfrm>
      </p:grpSpPr>
      <p:sp>
        <p:nvSpPr>
          <p:cNvPr id="28" name="Google Shape;28;p3"/>
          <p:cNvSpPr txBox="1">
            <a:spLocks noGrp="1"/>
          </p:cNvSpPr>
          <p:nvPr>
            <p:ph type="ctrTitle"/>
          </p:nvPr>
        </p:nvSpPr>
        <p:spPr>
          <a:xfrm>
            <a:off x="311725" y="1243584"/>
            <a:ext cx="6089100" cy="1776300"/>
          </a:xfrm>
          <a:prstGeom prst="rect">
            <a:avLst/>
          </a:prstGeom>
        </p:spPr>
        <p:txBody>
          <a:bodyPr spcFirstLastPara="1" wrap="square" lIns="91425" tIns="91425" rIns="91425" bIns="91425" anchor="b" anchorCtr="0">
            <a:normAutofit/>
          </a:bodyPr>
          <a:lstStyle>
            <a:lvl1pPr lvl="0" rtl="0">
              <a:lnSpc>
                <a:spcPct val="100000"/>
              </a:lnSpc>
              <a:spcBef>
                <a:spcPts val="0"/>
              </a:spcBef>
              <a:spcAft>
                <a:spcPts val="0"/>
              </a:spcAft>
              <a:buClr>
                <a:schemeClr val="accent1"/>
              </a:buClr>
              <a:buSzPts val="5200"/>
              <a:buNone/>
              <a:defRPr sz="5200">
                <a:solidFill>
                  <a:schemeClr val="accent1"/>
                </a:solidFill>
              </a:defRPr>
            </a:lvl1pPr>
            <a:lvl2pPr lvl="1" rtl="0">
              <a:lnSpc>
                <a:spcPct val="100000"/>
              </a:lnSpc>
              <a:spcBef>
                <a:spcPts val="0"/>
              </a:spcBef>
              <a:spcAft>
                <a:spcPts val="0"/>
              </a:spcAft>
              <a:buClr>
                <a:schemeClr val="accent1"/>
              </a:buClr>
              <a:buSzPts val="5200"/>
              <a:buNone/>
              <a:defRPr sz="5200">
                <a:solidFill>
                  <a:schemeClr val="accent1"/>
                </a:solidFill>
              </a:defRPr>
            </a:lvl2pPr>
            <a:lvl3pPr lvl="2" rtl="0">
              <a:lnSpc>
                <a:spcPct val="100000"/>
              </a:lnSpc>
              <a:spcBef>
                <a:spcPts val="0"/>
              </a:spcBef>
              <a:spcAft>
                <a:spcPts val="0"/>
              </a:spcAft>
              <a:buClr>
                <a:schemeClr val="accent1"/>
              </a:buClr>
              <a:buSzPts val="5200"/>
              <a:buNone/>
              <a:defRPr sz="5200">
                <a:solidFill>
                  <a:schemeClr val="accent1"/>
                </a:solidFill>
              </a:defRPr>
            </a:lvl3pPr>
            <a:lvl4pPr lvl="3" rtl="0">
              <a:lnSpc>
                <a:spcPct val="100000"/>
              </a:lnSpc>
              <a:spcBef>
                <a:spcPts val="0"/>
              </a:spcBef>
              <a:spcAft>
                <a:spcPts val="0"/>
              </a:spcAft>
              <a:buClr>
                <a:schemeClr val="accent1"/>
              </a:buClr>
              <a:buSzPts val="5200"/>
              <a:buNone/>
              <a:defRPr sz="5200">
                <a:solidFill>
                  <a:schemeClr val="accent1"/>
                </a:solidFill>
              </a:defRPr>
            </a:lvl4pPr>
            <a:lvl5pPr lvl="4" rtl="0">
              <a:lnSpc>
                <a:spcPct val="100000"/>
              </a:lnSpc>
              <a:spcBef>
                <a:spcPts val="0"/>
              </a:spcBef>
              <a:spcAft>
                <a:spcPts val="0"/>
              </a:spcAft>
              <a:buClr>
                <a:schemeClr val="accent1"/>
              </a:buClr>
              <a:buSzPts val="5200"/>
              <a:buNone/>
              <a:defRPr sz="5200">
                <a:solidFill>
                  <a:schemeClr val="accent1"/>
                </a:solidFill>
              </a:defRPr>
            </a:lvl5pPr>
            <a:lvl6pPr lvl="5" rtl="0">
              <a:lnSpc>
                <a:spcPct val="100000"/>
              </a:lnSpc>
              <a:spcBef>
                <a:spcPts val="0"/>
              </a:spcBef>
              <a:spcAft>
                <a:spcPts val="0"/>
              </a:spcAft>
              <a:buClr>
                <a:schemeClr val="accent1"/>
              </a:buClr>
              <a:buSzPts val="5200"/>
              <a:buNone/>
              <a:defRPr sz="5200">
                <a:solidFill>
                  <a:schemeClr val="accent1"/>
                </a:solidFill>
              </a:defRPr>
            </a:lvl6pPr>
            <a:lvl7pPr lvl="6" rtl="0">
              <a:lnSpc>
                <a:spcPct val="100000"/>
              </a:lnSpc>
              <a:spcBef>
                <a:spcPts val="0"/>
              </a:spcBef>
              <a:spcAft>
                <a:spcPts val="0"/>
              </a:spcAft>
              <a:buClr>
                <a:schemeClr val="accent1"/>
              </a:buClr>
              <a:buSzPts val="5200"/>
              <a:buNone/>
              <a:defRPr sz="5200">
                <a:solidFill>
                  <a:schemeClr val="accent1"/>
                </a:solidFill>
              </a:defRPr>
            </a:lvl7pPr>
            <a:lvl8pPr lvl="7" rtl="0">
              <a:lnSpc>
                <a:spcPct val="100000"/>
              </a:lnSpc>
              <a:spcBef>
                <a:spcPts val="0"/>
              </a:spcBef>
              <a:spcAft>
                <a:spcPts val="0"/>
              </a:spcAft>
              <a:buClr>
                <a:schemeClr val="accent1"/>
              </a:buClr>
              <a:buSzPts val="5200"/>
              <a:buNone/>
              <a:defRPr sz="5200">
                <a:solidFill>
                  <a:schemeClr val="accent1"/>
                </a:solidFill>
              </a:defRPr>
            </a:lvl8pPr>
            <a:lvl9pPr lvl="8" rtl="0">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29" name="Google Shape;29;p3"/>
          <p:cNvSpPr txBox="1">
            <a:spLocks noGrp="1"/>
          </p:cNvSpPr>
          <p:nvPr>
            <p:ph type="subTitle" idx="1"/>
          </p:nvPr>
        </p:nvSpPr>
        <p:spPr>
          <a:xfrm>
            <a:off x="311725" y="3019874"/>
            <a:ext cx="60891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accent1"/>
              </a:buClr>
              <a:buSzPts val="2800"/>
              <a:buNone/>
              <a:defRPr sz="2800">
                <a:solidFill>
                  <a:schemeClr val="accent1"/>
                </a:solidFill>
              </a:defRPr>
            </a:lvl1pPr>
            <a:lvl2pPr lvl="1" algn="ctr" rtl="0">
              <a:lnSpc>
                <a:spcPct val="100000"/>
              </a:lnSpc>
              <a:spcBef>
                <a:spcPts val="0"/>
              </a:spcBef>
              <a:spcAft>
                <a:spcPts val="0"/>
              </a:spcAft>
              <a:buClr>
                <a:schemeClr val="accent1"/>
              </a:buClr>
              <a:buSzPts val="2800"/>
              <a:buNone/>
              <a:defRPr sz="2800">
                <a:solidFill>
                  <a:schemeClr val="accent1"/>
                </a:solidFill>
              </a:defRPr>
            </a:lvl2pPr>
            <a:lvl3pPr lvl="2" algn="ctr" rtl="0">
              <a:lnSpc>
                <a:spcPct val="100000"/>
              </a:lnSpc>
              <a:spcBef>
                <a:spcPts val="0"/>
              </a:spcBef>
              <a:spcAft>
                <a:spcPts val="0"/>
              </a:spcAft>
              <a:buClr>
                <a:schemeClr val="accent1"/>
              </a:buClr>
              <a:buSzPts val="2800"/>
              <a:buNone/>
              <a:defRPr sz="2800">
                <a:solidFill>
                  <a:schemeClr val="accent1"/>
                </a:solidFill>
              </a:defRPr>
            </a:lvl3pPr>
            <a:lvl4pPr lvl="3" algn="ctr" rtl="0">
              <a:lnSpc>
                <a:spcPct val="100000"/>
              </a:lnSpc>
              <a:spcBef>
                <a:spcPts val="0"/>
              </a:spcBef>
              <a:spcAft>
                <a:spcPts val="0"/>
              </a:spcAft>
              <a:buClr>
                <a:schemeClr val="accent1"/>
              </a:buClr>
              <a:buSzPts val="2800"/>
              <a:buNone/>
              <a:defRPr sz="2800">
                <a:solidFill>
                  <a:schemeClr val="accent1"/>
                </a:solidFill>
              </a:defRPr>
            </a:lvl4pPr>
            <a:lvl5pPr lvl="4" algn="ctr" rtl="0">
              <a:lnSpc>
                <a:spcPct val="100000"/>
              </a:lnSpc>
              <a:spcBef>
                <a:spcPts val="0"/>
              </a:spcBef>
              <a:spcAft>
                <a:spcPts val="0"/>
              </a:spcAft>
              <a:buClr>
                <a:schemeClr val="accent1"/>
              </a:buClr>
              <a:buSzPts val="2800"/>
              <a:buNone/>
              <a:defRPr sz="2800">
                <a:solidFill>
                  <a:schemeClr val="accent1"/>
                </a:solidFill>
              </a:defRPr>
            </a:lvl5pPr>
            <a:lvl6pPr lvl="5" algn="ctr" rtl="0">
              <a:lnSpc>
                <a:spcPct val="100000"/>
              </a:lnSpc>
              <a:spcBef>
                <a:spcPts val="0"/>
              </a:spcBef>
              <a:spcAft>
                <a:spcPts val="0"/>
              </a:spcAft>
              <a:buClr>
                <a:schemeClr val="accent1"/>
              </a:buClr>
              <a:buSzPts val="2800"/>
              <a:buNone/>
              <a:defRPr sz="2800">
                <a:solidFill>
                  <a:schemeClr val="accent1"/>
                </a:solidFill>
              </a:defRPr>
            </a:lvl6pPr>
            <a:lvl7pPr lvl="6" algn="ctr" rtl="0">
              <a:lnSpc>
                <a:spcPct val="100000"/>
              </a:lnSpc>
              <a:spcBef>
                <a:spcPts val="0"/>
              </a:spcBef>
              <a:spcAft>
                <a:spcPts val="0"/>
              </a:spcAft>
              <a:buClr>
                <a:schemeClr val="accent1"/>
              </a:buClr>
              <a:buSzPts val="2800"/>
              <a:buNone/>
              <a:defRPr sz="2800">
                <a:solidFill>
                  <a:schemeClr val="accent1"/>
                </a:solidFill>
              </a:defRPr>
            </a:lvl7pPr>
            <a:lvl8pPr lvl="7" algn="ctr" rtl="0">
              <a:lnSpc>
                <a:spcPct val="100000"/>
              </a:lnSpc>
              <a:spcBef>
                <a:spcPts val="0"/>
              </a:spcBef>
              <a:spcAft>
                <a:spcPts val="0"/>
              </a:spcAft>
              <a:buClr>
                <a:schemeClr val="accent1"/>
              </a:buClr>
              <a:buSzPts val="2800"/>
              <a:buNone/>
              <a:defRPr sz="2800">
                <a:solidFill>
                  <a:schemeClr val="accent1"/>
                </a:solidFill>
              </a:defRPr>
            </a:lvl8pPr>
            <a:lvl9pPr lvl="8" algn="ctr" rtl="0">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30" name="Google Shape;30;p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1" name="Google Shape;31;p3"/>
          <p:cNvSpPr/>
          <p:nvPr/>
        </p:nvSpPr>
        <p:spPr>
          <a:xfrm>
            <a:off x="0" y="1243584"/>
            <a:ext cx="128100" cy="2568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33" name="Google Shape;33;p3"/>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65"/>
              <a:buNone/>
            </a:pPr>
            <a:r>
              <a:rPr lang="en" sz="1000" b="1">
                <a:solidFill>
                  <a:schemeClr val="lt1"/>
                </a:solidFill>
                <a:latin typeface="Assistant"/>
                <a:ea typeface="Assistant"/>
                <a:cs typeface="Assistant"/>
                <a:sym typeface="Assistant"/>
              </a:rPr>
              <a:t>We use tech to connect human potential and opportunity with dignity &amp; humility   </a:t>
            </a:r>
            <a:endParaRPr sz="1000" b="1">
              <a:solidFill>
                <a:schemeClr val="lt1"/>
              </a:solidFill>
              <a:latin typeface="Assistant"/>
              <a:ea typeface="Assistant"/>
              <a:cs typeface="Assistant"/>
              <a:sym typeface="Assistant"/>
            </a:endParaRPr>
          </a:p>
        </p:txBody>
      </p:sp>
      <p:sp>
        <p:nvSpPr>
          <p:cNvPr id="34" name="Google Shape;34;p3"/>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
        <p:nvSpPr>
          <p:cNvPr id="35" name="Google Shape;35;p3"/>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3"/>
          <p:cNvGrpSpPr/>
          <p:nvPr/>
        </p:nvGrpSpPr>
        <p:grpSpPr>
          <a:xfrm>
            <a:off x="311726" y="342910"/>
            <a:ext cx="2560500" cy="520800"/>
            <a:chOff x="311726" y="342910"/>
            <a:chExt cx="2560500" cy="520800"/>
          </a:xfrm>
        </p:grpSpPr>
        <p:sp>
          <p:nvSpPr>
            <p:cNvPr id="37" name="Google Shape;37;p3"/>
            <p:cNvSpPr/>
            <p:nvPr/>
          </p:nvSpPr>
          <p:spPr>
            <a:xfrm>
              <a:off x="311726" y="342910"/>
              <a:ext cx="2560500" cy="520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 name="Google Shape;38;p3"/>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1" type="secHead">
  <p:cSld name="SECTION_HEADER">
    <p:bg>
      <p:bgPr>
        <a:noFill/>
        <a:effectLst/>
      </p:bgPr>
    </p:bg>
    <p:spTree>
      <p:nvGrpSpPr>
        <p:cNvPr id="1" name="Shape 39"/>
        <p:cNvGrpSpPr/>
        <p:nvPr/>
      </p:nvGrpSpPr>
      <p:grpSpPr>
        <a:xfrm>
          <a:off x="0" y="0"/>
          <a:ext cx="0" cy="0"/>
          <a:chOff x="0" y="0"/>
          <a:chExt cx="0" cy="0"/>
        </a:xfrm>
      </p:grpSpPr>
      <p:sp>
        <p:nvSpPr>
          <p:cNvPr id="40" name="Google Shape;40;p4"/>
          <p:cNvSpPr/>
          <p:nvPr/>
        </p:nvSpPr>
        <p:spPr>
          <a:xfrm>
            <a:off x="0" y="0"/>
            <a:ext cx="9144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a:p>
        </p:txBody>
      </p:sp>
      <p:sp>
        <p:nvSpPr>
          <p:cNvPr id="42" name="Google Shape;42;p4"/>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2">
  <p:cSld name="SECTION_HEADER_1">
    <p:bg>
      <p:bgPr>
        <a:noFill/>
        <a:effectLst/>
      </p:bgPr>
    </p:bg>
    <p:spTree>
      <p:nvGrpSpPr>
        <p:cNvPr id="1" name="Shape 43"/>
        <p:cNvGrpSpPr/>
        <p:nvPr/>
      </p:nvGrpSpPr>
      <p:grpSpPr>
        <a:xfrm>
          <a:off x="0" y="0"/>
          <a:ext cx="0" cy="0"/>
          <a:chOff x="0" y="0"/>
          <a:chExt cx="0" cy="0"/>
        </a:xfrm>
      </p:grpSpPr>
      <p:sp>
        <p:nvSpPr>
          <p:cNvPr id="44" name="Google Shape;44;p5"/>
          <p:cNvSpPr/>
          <p:nvPr/>
        </p:nvSpPr>
        <p:spPr>
          <a:xfrm>
            <a:off x="7000" y="4663200"/>
            <a:ext cx="9144000" cy="49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p:nvPr/>
        </p:nvSpPr>
        <p:spPr>
          <a:xfrm>
            <a:off x="7000" y="-7000"/>
            <a:ext cx="9144000" cy="349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883930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txBox="1">
            <a:spLocks noGrp="1"/>
          </p:cNvSpPr>
          <p:nvPr>
            <p:ph type="title"/>
          </p:nvPr>
        </p:nvSpPr>
        <p:spPr>
          <a:xfrm>
            <a:off x="311700" y="214884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9" name="Google Shape;49;p5"/>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2">
  <p:cSld name="SECTION_HEADER_1_1">
    <p:bg>
      <p:bgPr>
        <a:noFill/>
        <a:effectLst/>
      </p:bgPr>
    </p:bg>
    <p:spTree>
      <p:nvGrpSpPr>
        <p:cNvPr id="1" name="Shape 50"/>
        <p:cNvGrpSpPr/>
        <p:nvPr/>
      </p:nvGrpSpPr>
      <p:grpSpPr>
        <a:xfrm>
          <a:off x="0" y="0"/>
          <a:ext cx="0" cy="0"/>
          <a:chOff x="0" y="0"/>
          <a:chExt cx="0" cy="0"/>
        </a:xfrm>
      </p:grpSpPr>
      <p:sp>
        <p:nvSpPr>
          <p:cNvPr id="51" name="Google Shape;51;p6"/>
          <p:cNvSpPr/>
          <p:nvPr/>
        </p:nvSpPr>
        <p:spPr>
          <a:xfrm>
            <a:off x="7000" y="4663225"/>
            <a:ext cx="9144000" cy="491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6"/>
          <p:cNvSpPr/>
          <p:nvPr/>
        </p:nvSpPr>
        <p:spPr>
          <a:xfrm>
            <a:off x="7000" y="-7000"/>
            <a:ext cx="9144000" cy="3498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p:nvPr/>
        </p:nvSpPr>
        <p:spPr>
          <a:xfrm>
            <a:off x="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6"/>
          <p:cNvSpPr/>
          <p:nvPr/>
        </p:nvSpPr>
        <p:spPr>
          <a:xfrm>
            <a:off x="883930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6" name="Google Shape;56;p6"/>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1" type="tx">
  <p:cSld name="TITLE_AND_BODY">
    <p:spTree>
      <p:nvGrpSpPr>
        <p:cNvPr id="1" name="Shape 57"/>
        <p:cNvGrpSpPr/>
        <p:nvPr/>
      </p:nvGrpSpPr>
      <p:grpSpPr>
        <a:xfrm>
          <a:off x="0" y="0"/>
          <a:ext cx="0" cy="0"/>
          <a:chOff x="0" y="0"/>
          <a:chExt cx="0" cy="0"/>
        </a:xfrm>
      </p:grpSpPr>
      <p:sp>
        <p:nvSpPr>
          <p:cNvPr id="58" name="Google Shape;58;p7"/>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9" name="Google Shape;59;p7"/>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1000"/>
              </a:spcBef>
              <a:spcAft>
                <a:spcPts val="0"/>
              </a:spcAft>
              <a:buSzPts val="1400"/>
              <a:buChar char="○"/>
              <a:defRPr/>
            </a:lvl2pPr>
            <a:lvl3pPr marL="1371600" lvl="2" indent="-317500">
              <a:spcBef>
                <a:spcPts val="1000"/>
              </a:spcBef>
              <a:spcAft>
                <a:spcPts val="0"/>
              </a:spcAft>
              <a:buSzPts val="1400"/>
              <a:buChar char="■"/>
              <a:defRPr/>
            </a:lvl3pPr>
            <a:lvl4pPr marL="1828800" lvl="3" indent="-317500">
              <a:spcBef>
                <a:spcPts val="1000"/>
              </a:spcBef>
              <a:spcAft>
                <a:spcPts val="0"/>
              </a:spcAft>
              <a:buSzPts val="1400"/>
              <a:buChar char="●"/>
              <a:defRPr/>
            </a:lvl4pPr>
            <a:lvl5pPr marL="2286000" lvl="4" indent="-317500">
              <a:spcBef>
                <a:spcPts val="1000"/>
              </a:spcBef>
              <a:spcAft>
                <a:spcPts val="0"/>
              </a:spcAft>
              <a:buSzPts val="1400"/>
              <a:buChar char="○"/>
              <a:defRPr/>
            </a:lvl5pPr>
            <a:lvl6pPr marL="2743200" lvl="5" indent="-317500">
              <a:spcBef>
                <a:spcPts val="1000"/>
              </a:spcBef>
              <a:spcAft>
                <a:spcPts val="0"/>
              </a:spcAft>
              <a:buSzPts val="1400"/>
              <a:buChar char="■"/>
              <a:defRPr/>
            </a:lvl6pPr>
            <a:lvl7pPr marL="3200400" lvl="6" indent="-317500">
              <a:spcBef>
                <a:spcPts val="1000"/>
              </a:spcBef>
              <a:spcAft>
                <a:spcPts val="0"/>
              </a:spcAft>
              <a:buSzPts val="1400"/>
              <a:buChar char="●"/>
              <a:defRPr/>
            </a:lvl7pPr>
            <a:lvl8pPr marL="3657600" lvl="7" indent="-317500">
              <a:spcBef>
                <a:spcPts val="1000"/>
              </a:spcBef>
              <a:spcAft>
                <a:spcPts val="0"/>
              </a:spcAft>
              <a:buSzPts val="1400"/>
              <a:buChar char="○"/>
              <a:defRPr/>
            </a:lvl8pPr>
            <a:lvl9pPr marL="4114800" lvl="8" indent="-317500">
              <a:spcBef>
                <a:spcPts val="1000"/>
              </a:spcBef>
              <a:spcAft>
                <a:spcPts val="1000"/>
              </a:spcAft>
              <a:buSzPts val="1400"/>
              <a:buChar char="■"/>
              <a:defRPr/>
            </a:lvl9pPr>
          </a:lstStyle>
          <a:p>
            <a:endParaRPr/>
          </a:p>
        </p:txBody>
      </p:sp>
      <p:sp>
        <p:nvSpPr>
          <p:cNvPr id="60" name="Google Shape;60;p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2">
  <p:cSld name="TITLE_AND_BODY_1">
    <p:spTree>
      <p:nvGrpSpPr>
        <p:cNvPr id="1" name="Shape 61"/>
        <p:cNvGrpSpPr/>
        <p:nvPr/>
      </p:nvGrpSpPr>
      <p:grpSpPr>
        <a:xfrm>
          <a:off x="0" y="0"/>
          <a:ext cx="0" cy="0"/>
          <a:chOff x="0" y="0"/>
          <a:chExt cx="0" cy="0"/>
        </a:xfrm>
      </p:grpSpPr>
      <p:sp>
        <p:nvSpPr>
          <p:cNvPr id="62" name="Google Shape;62;p8"/>
          <p:cNvSpPr/>
          <p:nvPr/>
        </p:nvSpPr>
        <p:spPr>
          <a:xfrm>
            <a:off x="7000" y="4663225"/>
            <a:ext cx="9144000" cy="491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8"/>
          <p:cNvSpPr/>
          <p:nvPr/>
        </p:nvSpPr>
        <p:spPr>
          <a:xfrm>
            <a:off x="7000" y="-7000"/>
            <a:ext cx="9144000" cy="349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8"/>
          <p:cNvSpPr/>
          <p:nvPr/>
        </p:nvSpPr>
        <p:spPr>
          <a:xfrm>
            <a:off x="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8"/>
          <p:cNvSpPr/>
          <p:nvPr/>
        </p:nvSpPr>
        <p:spPr>
          <a:xfrm>
            <a:off x="883930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8"/>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8"/>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1000"/>
              </a:spcBef>
              <a:spcAft>
                <a:spcPts val="0"/>
              </a:spcAft>
              <a:buSzPts val="1400"/>
              <a:buChar char="○"/>
              <a:defRPr/>
            </a:lvl2pPr>
            <a:lvl3pPr marL="1371600" lvl="2" indent="-317500" rtl="0">
              <a:spcBef>
                <a:spcPts val="1000"/>
              </a:spcBef>
              <a:spcAft>
                <a:spcPts val="0"/>
              </a:spcAft>
              <a:buSzPts val="1400"/>
              <a:buChar char="■"/>
              <a:defRPr/>
            </a:lvl3pPr>
            <a:lvl4pPr marL="1828800" lvl="3" indent="-317500" rtl="0">
              <a:spcBef>
                <a:spcPts val="1000"/>
              </a:spcBef>
              <a:spcAft>
                <a:spcPts val="0"/>
              </a:spcAft>
              <a:buSzPts val="1400"/>
              <a:buChar char="●"/>
              <a:defRPr/>
            </a:lvl4pPr>
            <a:lvl5pPr marL="2286000" lvl="4" indent="-317500" rtl="0">
              <a:spcBef>
                <a:spcPts val="1000"/>
              </a:spcBef>
              <a:spcAft>
                <a:spcPts val="0"/>
              </a:spcAft>
              <a:buSzPts val="1400"/>
              <a:buChar char="○"/>
              <a:defRPr/>
            </a:lvl5pPr>
            <a:lvl6pPr marL="2743200" lvl="5" indent="-317500" rtl="0">
              <a:spcBef>
                <a:spcPts val="1000"/>
              </a:spcBef>
              <a:spcAft>
                <a:spcPts val="0"/>
              </a:spcAft>
              <a:buSzPts val="1400"/>
              <a:buChar char="■"/>
              <a:defRPr/>
            </a:lvl6pPr>
            <a:lvl7pPr marL="3200400" lvl="6" indent="-317500" rtl="0">
              <a:spcBef>
                <a:spcPts val="1000"/>
              </a:spcBef>
              <a:spcAft>
                <a:spcPts val="0"/>
              </a:spcAft>
              <a:buSzPts val="1400"/>
              <a:buChar char="●"/>
              <a:defRPr/>
            </a:lvl7pPr>
            <a:lvl8pPr marL="3657600" lvl="7" indent="-317500" rtl="0">
              <a:spcBef>
                <a:spcPts val="1000"/>
              </a:spcBef>
              <a:spcAft>
                <a:spcPts val="0"/>
              </a:spcAft>
              <a:buSzPts val="1400"/>
              <a:buChar char="○"/>
              <a:defRPr/>
            </a:lvl8pPr>
            <a:lvl9pPr marL="4114800" lvl="8" indent="-317500" rtl="0">
              <a:spcBef>
                <a:spcPts val="1000"/>
              </a:spcBef>
              <a:spcAft>
                <a:spcPts val="1000"/>
              </a:spcAft>
              <a:buSzPts val="1400"/>
              <a:buChar char="■"/>
              <a:defRPr/>
            </a:lvl9pPr>
          </a:lstStyle>
          <a:p>
            <a:endParaRPr/>
          </a:p>
        </p:txBody>
      </p:sp>
      <p:sp>
        <p:nvSpPr>
          <p:cNvPr id="68" name="Google Shape;68;p8"/>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3">
  <p:cSld name="TITLE_AND_BODY_1_1">
    <p:spTree>
      <p:nvGrpSpPr>
        <p:cNvPr id="1" name="Shape 69"/>
        <p:cNvGrpSpPr/>
        <p:nvPr/>
      </p:nvGrpSpPr>
      <p:grpSpPr>
        <a:xfrm>
          <a:off x="0" y="0"/>
          <a:ext cx="0" cy="0"/>
          <a:chOff x="0" y="0"/>
          <a:chExt cx="0" cy="0"/>
        </a:xfrm>
      </p:grpSpPr>
      <p:sp>
        <p:nvSpPr>
          <p:cNvPr id="70" name="Google Shape;70;p9"/>
          <p:cNvSpPr/>
          <p:nvPr/>
        </p:nvSpPr>
        <p:spPr>
          <a:xfrm>
            <a:off x="7000" y="4663225"/>
            <a:ext cx="9144000" cy="4917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9"/>
          <p:cNvSpPr/>
          <p:nvPr/>
        </p:nvSpPr>
        <p:spPr>
          <a:xfrm>
            <a:off x="7000" y="-7000"/>
            <a:ext cx="9144000" cy="3498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9"/>
          <p:cNvSpPr/>
          <p:nvPr/>
        </p:nvSpPr>
        <p:spPr>
          <a:xfrm>
            <a:off x="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9"/>
          <p:cNvSpPr/>
          <p:nvPr/>
        </p:nvSpPr>
        <p:spPr>
          <a:xfrm>
            <a:off x="883930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9"/>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9"/>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1000"/>
              </a:spcBef>
              <a:spcAft>
                <a:spcPts val="0"/>
              </a:spcAft>
              <a:buSzPts val="1400"/>
              <a:buChar char="○"/>
              <a:defRPr/>
            </a:lvl2pPr>
            <a:lvl3pPr marL="1371600" lvl="2" indent="-317500" rtl="0">
              <a:spcBef>
                <a:spcPts val="1000"/>
              </a:spcBef>
              <a:spcAft>
                <a:spcPts val="0"/>
              </a:spcAft>
              <a:buSzPts val="1400"/>
              <a:buChar char="■"/>
              <a:defRPr/>
            </a:lvl3pPr>
            <a:lvl4pPr marL="1828800" lvl="3" indent="-317500" rtl="0">
              <a:spcBef>
                <a:spcPts val="1000"/>
              </a:spcBef>
              <a:spcAft>
                <a:spcPts val="0"/>
              </a:spcAft>
              <a:buSzPts val="1400"/>
              <a:buChar char="●"/>
              <a:defRPr/>
            </a:lvl4pPr>
            <a:lvl5pPr marL="2286000" lvl="4" indent="-317500" rtl="0">
              <a:spcBef>
                <a:spcPts val="1000"/>
              </a:spcBef>
              <a:spcAft>
                <a:spcPts val="0"/>
              </a:spcAft>
              <a:buSzPts val="1400"/>
              <a:buChar char="○"/>
              <a:defRPr/>
            </a:lvl5pPr>
            <a:lvl6pPr marL="2743200" lvl="5" indent="-317500" rtl="0">
              <a:spcBef>
                <a:spcPts val="1000"/>
              </a:spcBef>
              <a:spcAft>
                <a:spcPts val="0"/>
              </a:spcAft>
              <a:buSzPts val="1400"/>
              <a:buChar char="■"/>
              <a:defRPr/>
            </a:lvl6pPr>
            <a:lvl7pPr marL="3200400" lvl="6" indent="-317500" rtl="0">
              <a:spcBef>
                <a:spcPts val="1000"/>
              </a:spcBef>
              <a:spcAft>
                <a:spcPts val="0"/>
              </a:spcAft>
              <a:buSzPts val="1400"/>
              <a:buChar char="●"/>
              <a:defRPr/>
            </a:lvl7pPr>
            <a:lvl8pPr marL="3657600" lvl="7" indent="-317500" rtl="0">
              <a:spcBef>
                <a:spcPts val="1000"/>
              </a:spcBef>
              <a:spcAft>
                <a:spcPts val="0"/>
              </a:spcAft>
              <a:buSzPts val="1400"/>
              <a:buChar char="○"/>
              <a:defRPr/>
            </a:lvl8pPr>
            <a:lvl9pPr marL="4114800" lvl="8" indent="-317500" rtl="0">
              <a:spcBef>
                <a:spcPts val="1000"/>
              </a:spcBef>
              <a:spcAft>
                <a:spcPts val="1000"/>
              </a:spcAft>
              <a:buSzPts val="1400"/>
              <a:buChar char="■"/>
              <a:defRPr/>
            </a:lvl9pPr>
          </a:lstStyle>
          <a:p>
            <a:endParaRPr/>
          </a:p>
        </p:txBody>
      </p:sp>
      <p:sp>
        <p:nvSpPr>
          <p:cNvPr id="76" name="Google Shape;76;p9"/>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7"/>
        <p:cNvGrpSpPr/>
        <p:nvPr/>
      </p:nvGrpSpPr>
      <p:grpSpPr>
        <a:xfrm>
          <a:off x="0" y="0"/>
          <a:ext cx="0" cy="0"/>
          <a:chOff x="0" y="0"/>
          <a:chExt cx="0" cy="0"/>
        </a:xfrm>
      </p:grpSpPr>
      <p:sp>
        <p:nvSpPr>
          <p:cNvPr id="78" name="Google Shape;78;p10"/>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9" name="Google Shape;79;p10"/>
          <p:cNvSpPr txBox="1">
            <a:spLocks noGrp="1"/>
          </p:cNvSpPr>
          <p:nvPr>
            <p:ph type="body" idx="1"/>
          </p:nvPr>
        </p:nvSpPr>
        <p:spPr>
          <a:xfrm>
            <a:off x="311700" y="1005850"/>
            <a:ext cx="3999900" cy="3657300"/>
          </a:xfrm>
          <a:prstGeom prst="rect">
            <a:avLst/>
          </a:prstGeom>
          <a:solidFill>
            <a:schemeClr val="accent3"/>
          </a:solidFill>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80" name="Google Shape;80;p10"/>
          <p:cNvSpPr txBox="1">
            <a:spLocks noGrp="1"/>
          </p:cNvSpPr>
          <p:nvPr>
            <p:ph type="body" idx="2"/>
          </p:nvPr>
        </p:nvSpPr>
        <p:spPr>
          <a:xfrm>
            <a:off x="4832400" y="1005850"/>
            <a:ext cx="3999900" cy="3657300"/>
          </a:xfrm>
          <a:prstGeom prst="rect">
            <a:avLst/>
          </a:prstGeom>
          <a:solidFill>
            <a:schemeClr val="accent3"/>
          </a:solidFill>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81" name="Google Shape;81;p10"/>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1" name="Shape 82"/>
        <p:cNvGrpSpPr/>
        <p:nvPr/>
      </p:nvGrpSpPr>
      <p:grpSpPr>
        <a:xfrm>
          <a:off x="0" y="0"/>
          <a:ext cx="0" cy="0"/>
          <a:chOff x="0" y="0"/>
          <a:chExt cx="0" cy="0"/>
        </a:xfrm>
      </p:grpSpPr>
      <p:sp>
        <p:nvSpPr>
          <p:cNvPr id="83" name="Google Shape;83;p11"/>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4" name="Google Shape;84;p11"/>
          <p:cNvSpPr txBox="1">
            <a:spLocks noGrp="1"/>
          </p:cNvSpPr>
          <p:nvPr>
            <p:ph type="body" idx="1"/>
          </p:nvPr>
        </p:nvSpPr>
        <p:spPr>
          <a:xfrm>
            <a:off x="3117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
        <p:nvSpPr>
          <p:cNvPr id="85" name="Google Shape;85;p1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86" name="Google Shape;86;p11"/>
          <p:cNvSpPr txBox="1">
            <a:spLocks noGrp="1"/>
          </p:cNvSpPr>
          <p:nvPr>
            <p:ph type="body" idx="2"/>
          </p:nvPr>
        </p:nvSpPr>
        <p:spPr>
          <a:xfrm>
            <a:off x="61527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
        <p:nvSpPr>
          <p:cNvPr id="87" name="Google Shape;87;p11"/>
          <p:cNvSpPr txBox="1">
            <a:spLocks noGrp="1"/>
          </p:cNvSpPr>
          <p:nvPr>
            <p:ph type="body" idx="3"/>
          </p:nvPr>
        </p:nvSpPr>
        <p:spPr>
          <a:xfrm>
            <a:off x="32322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8"/>
        <p:cNvGrpSpPr/>
        <p:nvPr/>
      </p:nvGrpSpPr>
      <p:grpSpPr>
        <a:xfrm>
          <a:off x="0" y="0"/>
          <a:ext cx="0" cy="0"/>
          <a:chOff x="0" y="0"/>
          <a:chExt cx="0" cy="0"/>
        </a:xfrm>
      </p:grpSpPr>
      <p:sp>
        <p:nvSpPr>
          <p:cNvPr id="89" name="Google Shape;89;p12"/>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1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a:off x="311700" y="342900"/>
            <a:ext cx="2808000" cy="8664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3" name="Google Shape;93;p13"/>
          <p:cNvSpPr txBox="1">
            <a:spLocks noGrp="1"/>
          </p:cNvSpPr>
          <p:nvPr>
            <p:ph type="body" idx="1"/>
          </p:nvPr>
        </p:nvSpPr>
        <p:spPr>
          <a:xfrm>
            <a:off x="311700" y="1209300"/>
            <a:ext cx="2808000" cy="3453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94" name="Google Shape;94;p1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311700" y="342900"/>
            <a:ext cx="6541800" cy="43206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97" name="Google Shape;97;p14"/>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anks and contact">
  <p:cSld name="MAIN_POINT_1">
    <p:spTree>
      <p:nvGrpSpPr>
        <p:cNvPr id="1" name="Shape 98"/>
        <p:cNvGrpSpPr/>
        <p:nvPr/>
      </p:nvGrpSpPr>
      <p:grpSpPr>
        <a:xfrm>
          <a:off x="0" y="0"/>
          <a:ext cx="0" cy="0"/>
          <a:chOff x="0" y="0"/>
          <a:chExt cx="0" cy="0"/>
        </a:xfrm>
      </p:grpSpPr>
      <p:sp>
        <p:nvSpPr>
          <p:cNvPr id="99" name="Google Shape;99;p15"/>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grpSp>
        <p:nvGrpSpPr>
          <p:cNvPr id="100" name="Google Shape;100;p15"/>
          <p:cNvGrpSpPr/>
          <p:nvPr/>
        </p:nvGrpSpPr>
        <p:grpSpPr>
          <a:xfrm rot="2700000">
            <a:off x="585683" y="481417"/>
            <a:ext cx="694882" cy="564848"/>
            <a:chOff x="919500" y="1916075"/>
            <a:chExt cx="1067700" cy="867900"/>
          </a:xfrm>
        </p:grpSpPr>
        <p:sp>
          <p:nvSpPr>
            <p:cNvPr id="101" name="Google Shape;101;p15"/>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15"/>
          <p:cNvGrpSpPr/>
          <p:nvPr/>
        </p:nvGrpSpPr>
        <p:grpSpPr>
          <a:xfrm rot="8100000">
            <a:off x="7746888" y="3437645"/>
            <a:ext cx="912919" cy="742084"/>
            <a:chOff x="521400" y="3135325"/>
            <a:chExt cx="1067700" cy="867900"/>
          </a:xfrm>
        </p:grpSpPr>
        <p:sp>
          <p:nvSpPr>
            <p:cNvPr id="104" name="Google Shape;104;p15"/>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p15"/>
          <p:cNvSpPr txBox="1">
            <a:spLocks noGrp="1"/>
          </p:cNvSpPr>
          <p:nvPr>
            <p:ph type="title"/>
          </p:nvPr>
        </p:nvSpPr>
        <p:spPr>
          <a:xfrm>
            <a:off x="311700" y="342900"/>
            <a:ext cx="8100000" cy="2094000"/>
          </a:xfrm>
          <a:prstGeom prst="rect">
            <a:avLst/>
          </a:prstGeom>
        </p:spPr>
        <p:txBody>
          <a:bodyPr spcFirstLastPara="1" wrap="square" lIns="91425" tIns="91425" rIns="91425" bIns="91425" anchor="b" anchorCtr="0">
            <a:norm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2pPr>
            <a:lvl3pPr lvl="2"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3pPr>
            <a:lvl4pPr lvl="3"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4pPr>
            <a:lvl5pPr lvl="4"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5pPr>
            <a:lvl6pPr lvl="5"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6pPr>
            <a:lvl7pPr lvl="6"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7pPr>
            <a:lvl8pPr lvl="7"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8pPr>
            <a:lvl9pPr lvl="8"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7"/>
        <p:cNvGrpSpPr/>
        <p:nvPr/>
      </p:nvGrpSpPr>
      <p:grpSpPr>
        <a:xfrm>
          <a:off x="0" y="0"/>
          <a:ext cx="0" cy="0"/>
          <a:chOff x="0" y="0"/>
          <a:chExt cx="0" cy="0"/>
        </a:xfrm>
      </p:grpSpPr>
      <p:sp>
        <p:nvSpPr>
          <p:cNvPr id="108" name="Google Shape;108;p16"/>
          <p:cNvSpPr/>
          <p:nvPr/>
        </p:nvSpPr>
        <p:spPr>
          <a:xfrm>
            <a:off x="457200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6"/>
          <p:cNvSpPr txBox="1">
            <a:spLocks noGrp="1"/>
          </p:cNvSpPr>
          <p:nvPr>
            <p:ph type="title"/>
          </p:nvPr>
        </p:nvSpPr>
        <p:spPr>
          <a:xfrm>
            <a:off x="311700" y="679950"/>
            <a:ext cx="3999000" cy="22704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sz="4200"/>
            </a:lvl1pPr>
            <a:lvl2pPr lvl="1" algn="ctr">
              <a:spcBef>
                <a:spcPts val="0"/>
              </a:spcBef>
              <a:spcAft>
                <a:spcPts val="0"/>
              </a:spcAft>
              <a:buSzPts val="4200"/>
              <a:buFont typeface="Assistant"/>
              <a:buNone/>
              <a:defRPr sz="4200" b="1">
                <a:latin typeface="Assistant"/>
                <a:ea typeface="Assistant"/>
                <a:cs typeface="Assistant"/>
                <a:sym typeface="Assistant"/>
              </a:defRPr>
            </a:lvl2pPr>
            <a:lvl3pPr lvl="2" algn="ctr">
              <a:spcBef>
                <a:spcPts val="0"/>
              </a:spcBef>
              <a:spcAft>
                <a:spcPts val="0"/>
              </a:spcAft>
              <a:buSzPts val="4200"/>
              <a:buFont typeface="Assistant"/>
              <a:buNone/>
              <a:defRPr sz="4200" b="1">
                <a:latin typeface="Assistant"/>
                <a:ea typeface="Assistant"/>
                <a:cs typeface="Assistant"/>
                <a:sym typeface="Assistant"/>
              </a:defRPr>
            </a:lvl3pPr>
            <a:lvl4pPr lvl="3" algn="ctr">
              <a:spcBef>
                <a:spcPts val="0"/>
              </a:spcBef>
              <a:spcAft>
                <a:spcPts val="0"/>
              </a:spcAft>
              <a:buSzPts val="4200"/>
              <a:buFont typeface="Assistant"/>
              <a:buNone/>
              <a:defRPr sz="4200" b="1">
                <a:latin typeface="Assistant"/>
                <a:ea typeface="Assistant"/>
                <a:cs typeface="Assistant"/>
                <a:sym typeface="Assistant"/>
              </a:defRPr>
            </a:lvl4pPr>
            <a:lvl5pPr lvl="4" algn="ctr">
              <a:spcBef>
                <a:spcPts val="0"/>
              </a:spcBef>
              <a:spcAft>
                <a:spcPts val="0"/>
              </a:spcAft>
              <a:buSzPts val="4200"/>
              <a:buFont typeface="Assistant"/>
              <a:buNone/>
              <a:defRPr sz="4200" b="1">
                <a:latin typeface="Assistant"/>
                <a:ea typeface="Assistant"/>
                <a:cs typeface="Assistant"/>
                <a:sym typeface="Assistant"/>
              </a:defRPr>
            </a:lvl5pPr>
            <a:lvl6pPr lvl="5" algn="ctr">
              <a:spcBef>
                <a:spcPts val="0"/>
              </a:spcBef>
              <a:spcAft>
                <a:spcPts val="0"/>
              </a:spcAft>
              <a:buSzPts val="4200"/>
              <a:buFont typeface="Assistant"/>
              <a:buNone/>
              <a:defRPr sz="4200" b="1">
                <a:latin typeface="Assistant"/>
                <a:ea typeface="Assistant"/>
                <a:cs typeface="Assistant"/>
                <a:sym typeface="Assistant"/>
              </a:defRPr>
            </a:lvl6pPr>
            <a:lvl7pPr lvl="6" algn="ctr">
              <a:spcBef>
                <a:spcPts val="0"/>
              </a:spcBef>
              <a:spcAft>
                <a:spcPts val="0"/>
              </a:spcAft>
              <a:buSzPts val="4200"/>
              <a:buFont typeface="Assistant"/>
              <a:buNone/>
              <a:defRPr sz="4200" b="1">
                <a:latin typeface="Assistant"/>
                <a:ea typeface="Assistant"/>
                <a:cs typeface="Assistant"/>
                <a:sym typeface="Assistant"/>
              </a:defRPr>
            </a:lvl7pPr>
            <a:lvl8pPr lvl="7" algn="ctr">
              <a:spcBef>
                <a:spcPts val="0"/>
              </a:spcBef>
              <a:spcAft>
                <a:spcPts val="0"/>
              </a:spcAft>
              <a:buSzPts val="4200"/>
              <a:buFont typeface="Assistant"/>
              <a:buNone/>
              <a:defRPr sz="4200" b="1">
                <a:latin typeface="Assistant"/>
                <a:ea typeface="Assistant"/>
                <a:cs typeface="Assistant"/>
                <a:sym typeface="Assistant"/>
              </a:defRPr>
            </a:lvl8pPr>
            <a:lvl9pPr lvl="8" algn="ctr">
              <a:spcBef>
                <a:spcPts val="0"/>
              </a:spcBef>
              <a:spcAft>
                <a:spcPts val="0"/>
              </a:spcAft>
              <a:buSzPts val="4200"/>
              <a:buFont typeface="Assistant"/>
              <a:buNone/>
              <a:defRPr sz="4200" b="1">
                <a:latin typeface="Assistant"/>
                <a:ea typeface="Assistant"/>
                <a:cs typeface="Assistant"/>
                <a:sym typeface="Assistant"/>
              </a:defRPr>
            </a:lvl9pPr>
          </a:lstStyle>
          <a:p>
            <a:endParaRPr/>
          </a:p>
        </p:txBody>
      </p:sp>
      <p:sp>
        <p:nvSpPr>
          <p:cNvPr id="110" name="Google Shape;110;p16"/>
          <p:cNvSpPr txBox="1">
            <a:spLocks noGrp="1"/>
          </p:cNvSpPr>
          <p:nvPr>
            <p:ph type="subTitle" idx="1"/>
          </p:nvPr>
        </p:nvSpPr>
        <p:spPr>
          <a:xfrm>
            <a:off x="311700" y="2950350"/>
            <a:ext cx="3999000" cy="1235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11" name="Google Shape;111;p16"/>
          <p:cNvSpPr txBox="1">
            <a:spLocks noGrp="1"/>
          </p:cNvSpPr>
          <p:nvPr>
            <p:ph type="body" idx="2"/>
          </p:nvPr>
        </p:nvSpPr>
        <p:spPr>
          <a:xfrm>
            <a:off x="4939500" y="342900"/>
            <a:ext cx="3419400" cy="41796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000"/>
              </a:spcBef>
              <a:spcAft>
                <a:spcPts val="0"/>
              </a:spcAft>
              <a:buClr>
                <a:schemeClr val="lt1"/>
              </a:buClr>
              <a:buSzPts val="1400"/>
              <a:buChar char="○"/>
              <a:defRPr>
                <a:solidFill>
                  <a:schemeClr val="lt1"/>
                </a:solidFill>
              </a:defRPr>
            </a:lvl2pPr>
            <a:lvl3pPr marL="1371600" lvl="2" indent="-317500">
              <a:spcBef>
                <a:spcPts val="1000"/>
              </a:spcBef>
              <a:spcAft>
                <a:spcPts val="0"/>
              </a:spcAft>
              <a:buClr>
                <a:schemeClr val="lt1"/>
              </a:buClr>
              <a:buSzPts val="1400"/>
              <a:buChar char="■"/>
              <a:defRPr>
                <a:solidFill>
                  <a:schemeClr val="lt1"/>
                </a:solidFill>
              </a:defRPr>
            </a:lvl3pPr>
            <a:lvl4pPr marL="1828800" lvl="3" indent="-317500">
              <a:spcBef>
                <a:spcPts val="1000"/>
              </a:spcBef>
              <a:spcAft>
                <a:spcPts val="0"/>
              </a:spcAft>
              <a:buClr>
                <a:schemeClr val="lt1"/>
              </a:buClr>
              <a:buSzPts val="1400"/>
              <a:buChar char="●"/>
              <a:defRPr>
                <a:solidFill>
                  <a:schemeClr val="lt1"/>
                </a:solidFill>
              </a:defRPr>
            </a:lvl4pPr>
            <a:lvl5pPr marL="2286000" lvl="4" indent="-317500">
              <a:spcBef>
                <a:spcPts val="1000"/>
              </a:spcBef>
              <a:spcAft>
                <a:spcPts val="0"/>
              </a:spcAft>
              <a:buClr>
                <a:schemeClr val="lt1"/>
              </a:buClr>
              <a:buSzPts val="1400"/>
              <a:buChar char="○"/>
              <a:defRPr>
                <a:solidFill>
                  <a:schemeClr val="lt1"/>
                </a:solidFill>
              </a:defRPr>
            </a:lvl5pPr>
            <a:lvl6pPr marL="2743200" lvl="5" indent="-317500">
              <a:spcBef>
                <a:spcPts val="1000"/>
              </a:spcBef>
              <a:spcAft>
                <a:spcPts val="0"/>
              </a:spcAft>
              <a:buClr>
                <a:schemeClr val="lt1"/>
              </a:buClr>
              <a:buSzPts val="1400"/>
              <a:buChar char="■"/>
              <a:defRPr>
                <a:solidFill>
                  <a:schemeClr val="lt1"/>
                </a:solidFill>
              </a:defRPr>
            </a:lvl6pPr>
            <a:lvl7pPr marL="3200400" lvl="6" indent="-317500">
              <a:spcBef>
                <a:spcPts val="1000"/>
              </a:spcBef>
              <a:spcAft>
                <a:spcPts val="0"/>
              </a:spcAft>
              <a:buClr>
                <a:schemeClr val="lt1"/>
              </a:buClr>
              <a:buSzPts val="1400"/>
              <a:buChar char="●"/>
              <a:defRPr>
                <a:solidFill>
                  <a:schemeClr val="lt1"/>
                </a:solidFill>
              </a:defRPr>
            </a:lvl7pPr>
            <a:lvl8pPr marL="3657600" lvl="7" indent="-317500">
              <a:spcBef>
                <a:spcPts val="1000"/>
              </a:spcBef>
              <a:spcAft>
                <a:spcPts val="0"/>
              </a:spcAft>
              <a:buClr>
                <a:schemeClr val="lt1"/>
              </a:buClr>
              <a:buSzPts val="1400"/>
              <a:buChar char="○"/>
              <a:defRPr>
                <a:solidFill>
                  <a:schemeClr val="lt1"/>
                </a:solidFill>
              </a:defRPr>
            </a:lvl8pPr>
            <a:lvl9pPr marL="4114800" lvl="8" indent="-317500">
              <a:spcBef>
                <a:spcPts val="1000"/>
              </a:spcBef>
              <a:spcAft>
                <a:spcPts val="1000"/>
              </a:spcAft>
              <a:buClr>
                <a:schemeClr val="lt1"/>
              </a:buClr>
              <a:buSzPts val="1400"/>
              <a:buChar char="■"/>
              <a:defRPr>
                <a:solidFill>
                  <a:schemeClr val="lt1"/>
                </a:solidFill>
              </a:defRPr>
            </a:lvl9pPr>
          </a:lstStyle>
          <a:p>
            <a:endParaRPr/>
          </a:p>
        </p:txBody>
      </p:sp>
      <p:sp>
        <p:nvSpPr>
          <p:cNvPr id="112" name="Google Shape;112;p16"/>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17"/>
          <p:cNvSpPr txBox="1">
            <a:spLocks noGrp="1"/>
          </p:cNvSpPr>
          <p:nvPr>
            <p:ph type="body" idx="1"/>
          </p:nvPr>
        </p:nvSpPr>
        <p:spPr>
          <a:xfrm>
            <a:off x="311700" y="4663200"/>
            <a:ext cx="7082100" cy="4803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000"/>
              <a:buNone/>
              <a:defRPr sz="1000"/>
            </a:lvl1pPr>
          </a:lstStyle>
          <a:p>
            <a:endParaRPr/>
          </a:p>
        </p:txBody>
      </p:sp>
      <p:sp>
        <p:nvSpPr>
          <p:cNvPr id="115" name="Google Shape;115;p1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1">
  <p:cSld name="BIG_NUMBER">
    <p:spTree>
      <p:nvGrpSpPr>
        <p:cNvPr id="1" name="Shape 116"/>
        <p:cNvGrpSpPr/>
        <p:nvPr/>
      </p:nvGrpSpPr>
      <p:grpSpPr>
        <a:xfrm>
          <a:off x="0" y="0"/>
          <a:ext cx="0" cy="0"/>
          <a:chOff x="0" y="0"/>
          <a:chExt cx="0" cy="0"/>
        </a:xfrm>
      </p:grpSpPr>
      <p:sp>
        <p:nvSpPr>
          <p:cNvPr id="117" name="Google Shape;117;p18"/>
          <p:cNvSpPr txBox="1">
            <a:spLocks noGrp="1"/>
          </p:cNvSpPr>
          <p:nvPr>
            <p:ph type="title" hasCustomPrompt="1"/>
          </p:nvPr>
        </p:nvSpPr>
        <p:spPr>
          <a:xfrm>
            <a:off x="311700" y="898300"/>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accent4"/>
              </a:buClr>
              <a:buSzPts val="12000"/>
              <a:buNone/>
              <a:defRPr sz="12000">
                <a:solidFill>
                  <a:schemeClr val="accent4"/>
                </a:solidFill>
              </a:defRPr>
            </a:lvl1pPr>
            <a:lvl2pPr lvl="1" algn="ctr">
              <a:spcBef>
                <a:spcPts val="0"/>
              </a:spcBef>
              <a:spcAft>
                <a:spcPts val="0"/>
              </a:spcAft>
              <a:buClr>
                <a:schemeClr val="accent4"/>
              </a:buClr>
              <a:buSzPts val="12000"/>
              <a:buNone/>
              <a:defRPr sz="12000">
                <a:solidFill>
                  <a:schemeClr val="accent4"/>
                </a:solidFill>
              </a:defRPr>
            </a:lvl2pPr>
            <a:lvl3pPr lvl="2" algn="ctr">
              <a:spcBef>
                <a:spcPts val="0"/>
              </a:spcBef>
              <a:spcAft>
                <a:spcPts val="0"/>
              </a:spcAft>
              <a:buClr>
                <a:schemeClr val="accent4"/>
              </a:buClr>
              <a:buSzPts val="12000"/>
              <a:buNone/>
              <a:defRPr sz="12000">
                <a:solidFill>
                  <a:schemeClr val="accent4"/>
                </a:solidFill>
              </a:defRPr>
            </a:lvl3pPr>
            <a:lvl4pPr lvl="3" algn="ctr">
              <a:spcBef>
                <a:spcPts val="0"/>
              </a:spcBef>
              <a:spcAft>
                <a:spcPts val="0"/>
              </a:spcAft>
              <a:buClr>
                <a:schemeClr val="accent4"/>
              </a:buClr>
              <a:buSzPts val="12000"/>
              <a:buNone/>
              <a:defRPr sz="12000">
                <a:solidFill>
                  <a:schemeClr val="accent4"/>
                </a:solidFill>
              </a:defRPr>
            </a:lvl4pPr>
            <a:lvl5pPr lvl="4" algn="ctr">
              <a:spcBef>
                <a:spcPts val="0"/>
              </a:spcBef>
              <a:spcAft>
                <a:spcPts val="0"/>
              </a:spcAft>
              <a:buClr>
                <a:schemeClr val="accent4"/>
              </a:buClr>
              <a:buSzPts val="12000"/>
              <a:buNone/>
              <a:defRPr sz="12000">
                <a:solidFill>
                  <a:schemeClr val="accent4"/>
                </a:solidFill>
              </a:defRPr>
            </a:lvl5pPr>
            <a:lvl6pPr lvl="5" algn="ctr">
              <a:spcBef>
                <a:spcPts val="0"/>
              </a:spcBef>
              <a:spcAft>
                <a:spcPts val="0"/>
              </a:spcAft>
              <a:buClr>
                <a:schemeClr val="accent4"/>
              </a:buClr>
              <a:buSzPts val="12000"/>
              <a:buNone/>
              <a:defRPr sz="12000">
                <a:solidFill>
                  <a:schemeClr val="accent4"/>
                </a:solidFill>
              </a:defRPr>
            </a:lvl6pPr>
            <a:lvl7pPr lvl="6" algn="ctr">
              <a:spcBef>
                <a:spcPts val="0"/>
              </a:spcBef>
              <a:spcAft>
                <a:spcPts val="0"/>
              </a:spcAft>
              <a:buClr>
                <a:schemeClr val="accent4"/>
              </a:buClr>
              <a:buSzPts val="12000"/>
              <a:buNone/>
              <a:defRPr sz="12000">
                <a:solidFill>
                  <a:schemeClr val="accent4"/>
                </a:solidFill>
              </a:defRPr>
            </a:lvl7pPr>
            <a:lvl8pPr lvl="7" algn="ctr">
              <a:spcBef>
                <a:spcPts val="0"/>
              </a:spcBef>
              <a:spcAft>
                <a:spcPts val="0"/>
              </a:spcAft>
              <a:buClr>
                <a:schemeClr val="accent4"/>
              </a:buClr>
              <a:buSzPts val="12000"/>
              <a:buNone/>
              <a:defRPr sz="12000">
                <a:solidFill>
                  <a:schemeClr val="accent4"/>
                </a:solidFill>
              </a:defRPr>
            </a:lvl8pPr>
            <a:lvl9pPr lvl="8" algn="ctr">
              <a:spcBef>
                <a:spcPts val="0"/>
              </a:spcBef>
              <a:spcAft>
                <a:spcPts val="0"/>
              </a:spcAft>
              <a:buClr>
                <a:schemeClr val="accent4"/>
              </a:buClr>
              <a:buSzPts val="12000"/>
              <a:buNone/>
              <a:defRPr sz="12000">
                <a:solidFill>
                  <a:schemeClr val="accent4"/>
                </a:solidFill>
              </a:defRPr>
            </a:lvl9pPr>
          </a:lstStyle>
          <a:p>
            <a:r>
              <a:t>xx%</a:t>
            </a:r>
          </a:p>
        </p:txBody>
      </p:sp>
      <p:sp>
        <p:nvSpPr>
          <p:cNvPr id="118" name="Google Shape;118;p18"/>
          <p:cNvSpPr txBox="1">
            <a:spLocks noGrp="1"/>
          </p:cNvSpPr>
          <p:nvPr>
            <p:ph type="body" idx="1"/>
          </p:nvPr>
        </p:nvSpPr>
        <p:spPr>
          <a:xfrm>
            <a:off x="311700" y="2944400"/>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1000"/>
              </a:spcBef>
              <a:spcAft>
                <a:spcPts val="0"/>
              </a:spcAft>
              <a:buSzPts val="1400"/>
              <a:buChar char="○"/>
              <a:defRPr/>
            </a:lvl2pPr>
            <a:lvl3pPr marL="1371600" lvl="2" indent="-317500" algn="ctr">
              <a:spcBef>
                <a:spcPts val="1000"/>
              </a:spcBef>
              <a:spcAft>
                <a:spcPts val="0"/>
              </a:spcAft>
              <a:buSzPts val="1400"/>
              <a:buChar char="■"/>
              <a:defRPr/>
            </a:lvl3pPr>
            <a:lvl4pPr marL="1828800" lvl="3" indent="-317500" algn="ctr">
              <a:spcBef>
                <a:spcPts val="1000"/>
              </a:spcBef>
              <a:spcAft>
                <a:spcPts val="0"/>
              </a:spcAft>
              <a:buSzPts val="1400"/>
              <a:buChar char="●"/>
              <a:defRPr/>
            </a:lvl4pPr>
            <a:lvl5pPr marL="2286000" lvl="4" indent="-317500" algn="ctr">
              <a:spcBef>
                <a:spcPts val="1000"/>
              </a:spcBef>
              <a:spcAft>
                <a:spcPts val="0"/>
              </a:spcAft>
              <a:buSzPts val="1400"/>
              <a:buChar char="○"/>
              <a:defRPr/>
            </a:lvl5pPr>
            <a:lvl6pPr marL="2743200" lvl="5" indent="-317500" algn="ctr">
              <a:spcBef>
                <a:spcPts val="1000"/>
              </a:spcBef>
              <a:spcAft>
                <a:spcPts val="0"/>
              </a:spcAft>
              <a:buSzPts val="1400"/>
              <a:buChar char="■"/>
              <a:defRPr/>
            </a:lvl6pPr>
            <a:lvl7pPr marL="3200400" lvl="6" indent="-317500" algn="ctr">
              <a:spcBef>
                <a:spcPts val="1000"/>
              </a:spcBef>
              <a:spcAft>
                <a:spcPts val="0"/>
              </a:spcAft>
              <a:buSzPts val="1400"/>
              <a:buChar char="●"/>
              <a:defRPr/>
            </a:lvl7pPr>
            <a:lvl8pPr marL="3657600" lvl="7" indent="-317500" algn="ctr">
              <a:spcBef>
                <a:spcPts val="1000"/>
              </a:spcBef>
              <a:spcAft>
                <a:spcPts val="0"/>
              </a:spcAft>
              <a:buSzPts val="1400"/>
              <a:buChar char="○"/>
              <a:defRPr/>
            </a:lvl8pPr>
            <a:lvl9pPr marL="4114800" lvl="8" indent="-317500" algn="ctr">
              <a:spcBef>
                <a:spcPts val="1000"/>
              </a:spcBef>
              <a:spcAft>
                <a:spcPts val="1000"/>
              </a:spcAft>
              <a:buSzPts val="1400"/>
              <a:buChar char="■"/>
              <a:defRPr/>
            </a:lvl9pPr>
          </a:lstStyle>
          <a:p>
            <a:endParaRPr/>
          </a:p>
        </p:txBody>
      </p:sp>
      <p:sp>
        <p:nvSpPr>
          <p:cNvPr id="119" name="Google Shape;119;p18"/>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2">
  <p:cSld name="BIG_NUMBER_1">
    <p:spTree>
      <p:nvGrpSpPr>
        <p:cNvPr id="1" name="Shape 120"/>
        <p:cNvGrpSpPr/>
        <p:nvPr/>
      </p:nvGrpSpPr>
      <p:grpSpPr>
        <a:xfrm>
          <a:off x="0" y="0"/>
          <a:ext cx="0" cy="0"/>
          <a:chOff x="0" y="0"/>
          <a:chExt cx="0" cy="0"/>
        </a:xfrm>
      </p:grpSpPr>
      <p:sp>
        <p:nvSpPr>
          <p:cNvPr id="121" name="Google Shape;121;p19"/>
          <p:cNvSpPr txBox="1">
            <a:spLocks noGrp="1"/>
          </p:cNvSpPr>
          <p:nvPr>
            <p:ph type="title" hasCustomPrompt="1"/>
          </p:nvPr>
        </p:nvSpPr>
        <p:spPr>
          <a:xfrm>
            <a:off x="311700" y="898300"/>
            <a:ext cx="24165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accent4"/>
              </a:buClr>
              <a:buSzPts val="7200"/>
              <a:buNone/>
              <a:defRPr sz="7200">
                <a:solidFill>
                  <a:schemeClr val="accent4"/>
                </a:solidFill>
              </a:defRPr>
            </a:lvl1pPr>
            <a:lvl2pPr lvl="1" algn="ctr" rtl="0">
              <a:spcBef>
                <a:spcPts val="0"/>
              </a:spcBef>
              <a:spcAft>
                <a:spcPts val="0"/>
              </a:spcAft>
              <a:buClr>
                <a:schemeClr val="accent4"/>
              </a:buClr>
              <a:buSzPts val="7200"/>
              <a:buNone/>
              <a:defRPr sz="7200">
                <a:solidFill>
                  <a:schemeClr val="accent4"/>
                </a:solidFill>
              </a:defRPr>
            </a:lvl2pPr>
            <a:lvl3pPr lvl="2" algn="ctr" rtl="0">
              <a:spcBef>
                <a:spcPts val="0"/>
              </a:spcBef>
              <a:spcAft>
                <a:spcPts val="0"/>
              </a:spcAft>
              <a:buClr>
                <a:schemeClr val="accent4"/>
              </a:buClr>
              <a:buSzPts val="7200"/>
              <a:buNone/>
              <a:defRPr sz="7200">
                <a:solidFill>
                  <a:schemeClr val="accent4"/>
                </a:solidFill>
              </a:defRPr>
            </a:lvl3pPr>
            <a:lvl4pPr lvl="3" algn="ctr" rtl="0">
              <a:spcBef>
                <a:spcPts val="0"/>
              </a:spcBef>
              <a:spcAft>
                <a:spcPts val="0"/>
              </a:spcAft>
              <a:buClr>
                <a:schemeClr val="accent4"/>
              </a:buClr>
              <a:buSzPts val="7200"/>
              <a:buNone/>
              <a:defRPr sz="7200">
                <a:solidFill>
                  <a:schemeClr val="accent4"/>
                </a:solidFill>
              </a:defRPr>
            </a:lvl4pPr>
            <a:lvl5pPr lvl="4" algn="ctr" rtl="0">
              <a:spcBef>
                <a:spcPts val="0"/>
              </a:spcBef>
              <a:spcAft>
                <a:spcPts val="0"/>
              </a:spcAft>
              <a:buClr>
                <a:schemeClr val="accent4"/>
              </a:buClr>
              <a:buSzPts val="7200"/>
              <a:buNone/>
              <a:defRPr sz="7200">
                <a:solidFill>
                  <a:schemeClr val="accent4"/>
                </a:solidFill>
              </a:defRPr>
            </a:lvl5pPr>
            <a:lvl6pPr lvl="5" algn="ctr" rtl="0">
              <a:spcBef>
                <a:spcPts val="0"/>
              </a:spcBef>
              <a:spcAft>
                <a:spcPts val="0"/>
              </a:spcAft>
              <a:buClr>
                <a:schemeClr val="accent4"/>
              </a:buClr>
              <a:buSzPts val="7200"/>
              <a:buNone/>
              <a:defRPr sz="7200">
                <a:solidFill>
                  <a:schemeClr val="accent4"/>
                </a:solidFill>
              </a:defRPr>
            </a:lvl6pPr>
            <a:lvl7pPr lvl="6" algn="ctr" rtl="0">
              <a:spcBef>
                <a:spcPts val="0"/>
              </a:spcBef>
              <a:spcAft>
                <a:spcPts val="0"/>
              </a:spcAft>
              <a:buClr>
                <a:schemeClr val="accent4"/>
              </a:buClr>
              <a:buSzPts val="7200"/>
              <a:buNone/>
              <a:defRPr sz="7200">
                <a:solidFill>
                  <a:schemeClr val="accent4"/>
                </a:solidFill>
              </a:defRPr>
            </a:lvl7pPr>
            <a:lvl8pPr lvl="7" algn="ctr" rtl="0">
              <a:spcBef>
                <a:spcPts val="0"/>
              </a:spcBef>
              <a:spcAft>
                <a:spcPts val="0"/>
              </a:spcAft>
              <a:buClr>
                <a:schemeClr val="accent4"/>
              </a:buClr>
              <a:buSzPts val="7200"/>
              <a:buNone/>
              <a:defRPr sz="7200">
                <a:solidFill>
                  <a:schemeClr val="accent4"/>
                </a:solidFill>
              </a:defRPr>
            </a:lvl8pPr>
            <a:lvl9pPr lvl="8" algn="ctr" rtl="0">
              <a:spcBef>
                <a:spcPts val="0"/>
              </a:spcBef>
              <a:spcAft>
                <a:spcPts val="0"/>
              </a:spcAft>
              <a:buClr>
                <a:schemeClr val="accent4"/>
              </a:buClr>
              <a:buSzPts val="7200"/>
              <a:buNone/>
              <a:defRPr sz="7200">
                <a:solidFill>
                  <a:schemeClr val="accent4"/>
                </a:solidFill>
              </a:defRPr>
            </a:lvl9pPr>
          </a:lstStyle>
          <a:p>
            <a:r>
              <a:t>xx%</a:t>
            </a:r>
          </a:p>
        </p:txBody>
      </p:sp>
      <p:sp>
        <p:nvSpPr>
          <p:cNvPr id="122" name="Google Shape;122;p19"/>
          <p:cNvSpPr txBox="1">
            <a:spLocks noGrp="1"/>
          </p:cNvSpPr>
          <p:nvPr>
            <p:ph type="body" idx="1"/>
          </p:nvPr>
        </p:nvSpPr>
        <p:spPr>
          <a:xfrm>
            <a:off x="311700" y="2944400"/>
            <a:ext cx="24165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1000"/>
              </a:spcBef>
              <a:spcAft>
                <a:spcPts val="0"/>
              </a:spcAft>
              <a:buSzPts val="1400"/>
              <a:buChar char="○"/>
              <a:defRPr/>
            </a:lvl2pPr>
            <a:lvl3pPr marL="1371600" lvl="2" indent="-317500" algn="ctr" rtl="0">
              <a:spcBef>
                <a:spcPts val="1000"/>
              </a:spcBef>
              <a:spcAft>
                <a:spcPts val="0"/>
              </a:spcAft>
              <a:buSzPts val="1400"/>
              <a:buChar char="■"/>
              <a:defRPr/>
            </a:lvl3pPr>
            <a:lvl4pPr marL="1828800" lvl="3" indent="-317500" algn="ctr" rtl="0">
              <a:spcBef>
                <a:spcPts val="1000"/>
              </a:spcBef>
              <a:spcAft>
                <a:spcPts val="0"/>
              </a:spcAft>
              <a:buSzPts val="1400"/>
              <a:buChar char="●"/>
              <a:defRPr/>
            </a:lvl4pPr>
            <a:lvl5pPr marL="2286000" lvl="4" indent="-317500" algn="ctr" rtl="0">
              <a:spcBef>
                <a:spcPts val="1000"/>
              </a:spcBef>
              <a:spcAft>
                <a:spcPts val="0"/>
              </a:spcAft>
              <a:buSzPts val="1400"/>
              <a:buChar char="○"/>
              <a:defRPr/>
            </a:lvl5pPr>
            <a:lvl6pPr marL="2743200" lvl="5" indent="-317500" algn="ctr" rtl="0">
              <a:spcBef>
                <a:spcPts val="1000"/>
              </a:spcBef>
              <a:spcAft>
                <a:spcPts val="0"/>
              </a:spcAft>
              <a:buSzPts val="1400"/>
              <a:buChar char="■"/>
              <a:defRPr/>
            </a:lvl6pPr>
            <a:lvl7pPr marL="3200400" lvl="6" indent="-317500" algn="ctr" rtl="0">
              <a:spcBef>
                <a:spcPts val="1000"/>
              </a:spcBef>
              <a:spcAft>
                <a:spcPts val="0"/>
              </a:spcAft>
              <a:buSzPts val="1400"/>
              <a:buChar char="●"/>
              <a:defRPr/>
            </a:lvl7pPr>
            <a:lvl8pPr marL="3657600" lvl="7" indent="-317500" algn="ctr" rtl="0">
              <a:spcBef>
                <a:spcPts val="1000"/>
              </a:spcBef>
              <a:spcAft>
                <a:spcPts val="0"/>
              </a:spcAft>
              <a:buSzPts val="1400"/>
              <a:buChar char="○"/>
              <a:defRPr/>
            </a:lvl8pPr>
            <a:lvl9pPr marL="4114800" lvl="8" indent="-317500" algn="ctr" rtl="0">
              <a:spcBef>
                <a:spcPts val="1000"/>
              </a:spcBef>
              <a:spcAft>
                <a:spcPts val="1000"/>
              </a:spcAft>
              <a:buSzPts val="1400"/>
              <a:buChar char="■"/>
              <a:defRPr/>
            </a:lvl9pPr>
          </a:lstStyle>
          <a:p>
            <a:endParaRPr/>
          </a:p>
        </p:txBody>
      </p:sp>
      <p:sp>
        <p:nvSpPr>
          <p:cNvPr id="123" name="Google Shape;123;p19"/>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19"/>
          <p:cNvSpPr txBox="1">
            <a:spLocks noGrp="1"/>
          </p:cNvSpPr>
          <p:nvPr>
            <p:ph type="title" idx="2" hasCustomPrompt="1"/>
          </p:nvPr>
        </p:nvSpPr>
        <p:spPr>
          <a:xfrm>
            <a:off x="6415800" y="898300"/>
            <a:ext cx="24165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accent4"/>
              </a:buClr>
              <a:buSzPts val="7200"/>
              <a:buNone/>
              <a:defRPr sz="7200">
                <a:solidFill>
                  <a:schemeClr val="accent4"/>
                </a:solidFill>
              </a:defRPr>
            </a:lvl1pPr>
            <a:lvl2pPr lvl="1" algn="ctr" rtl="0">
              <a:spcBef>
                <a:spcPts val="0"/>
              </a:spcBef>
              <a:spcAft>
                <a:spcPts val="0"/>
              </a:spcAft>
              <a:buClr>
                <a:schemeClr val="accent4"/>
              </a:buClr>
              <a:buSzPts val="7200"/>
              <a:buNone/>
              <a:defRPr sz="7200">
                <a:solidFill>
                  <a:schemeClr val="accent4"/>
                </a:solidFill>
              </a:defRPr>
            </a:lvl2pPr>
            <a:lvl3pPr lvl="2" algn="ctr" rtl="0">
              <a:spcBef>
                <a:spcPts val="0"/>
              </a:spcBef>
              <a:spcAft>
                <a:spcPts val="0"/>
              </a:spcAft>
              <a:buClr>
                <a:schemeClr val="accent4"/>
              </a:buClr>
              <a:buSzPts val="7200"/>
              <a:buNone/>
              <a:defRPr sz="7200">
                <a:solidFill>
                  <a:schemeClr val="accent4"/>
                </a:solidFill>
              </a:defRPr>
            </a:lvl3pPr>
            <a:lvl4pPr lvl="3" algn="ctr" rtl="0">
              <a:spcBef>
                <a:spcPts val="0"/>
              </a:spcBef>
              <a:spcAft>
                <a:spcPts val="0"/>
              </a:spcAft>
              <a:buClr>
                <a:schemeClr val="accent4"/>
              </a:buClr>
              <a:buSzPts val="7200"/>
              <a:buNone/>
              <a:defRPr sz="7200">
                <a:solidFill>
                  <a:schemeClr val="accent4"/>
                </a:solidFill>
              </a:defRPr>
            </a:lvl4pPr>
            <a:lvl5pPr lvl="4" algn="ctr" rtl="0">
              <a:spcBef>
                <a:spcPts val="0"/>
              </a:spcBef>
              <a:spcAft>
                <a:spcPts val="0"/>
              </a:spcAft>
              <a:buClr>
                <a:schemeClr val="accent4"/>
              </a:buClr>
              <a:buSzPts val="7200"/>
              <a:buNone/>
              <a:defRPr sz="7200">
                <a:solidFill>
                  <a:schemeClr val="accent4"/>
                </a:solidFill>
              </a:defRPr>
            </a:lvl5pPr>
            <a:lvl6pPr lvl="5" algn="ctr" rtl="0">
              <a:spcBef>
                <a:spcPts val="0"/>
              </a:spcBef>
              <a:spcAft>
                <a:spcPts val="0"/>
              </a:spcAft>
              <a:buClr>
                <a:schemeClr val="accent4"/>
              </a:buClr>
              <a:buSzPts val="7200"/>
              <a:buNone/>
              <a:defRPr sz="7200">
                <a:solidFill>
                  <a:schemeClr val="accent4"/>
                </a:solidFill>
              </a:defRPr>
            </a:lvl6pPr>
            <a:lvl7pPr lvl="6" algn="ctr" rtl="0">
              <a:spcBef>
                <a:spcPts val="0"/>
              </a:spcBef>
              <a:spcAft>
                <a:spcPts val="0"/>
              </a:spcAft>
              <a:buClr>
                <a:schemeClr val="accent4"/>
              </a:buClr>
              <a:buSzPts val="7200"/>
              <a:buNone/>
              <a:defRPr sz="7200">
                <a:solidFill>
                  <a:schemeClr val="accent4"/>
                </a:solidFill>
              </a:defRPr>
            </a:lvl7pPr>
            <a:lvl8pPr lvl="7" algn="ctr" rtl="0">
              <a:spcBef>
                <a:spcPts val="0"/>
              </a:spcBef>
              <a:spcAft>
                <a:spcPts val="0"/>
              </a:spcAft>
              <a:buClr>
                <a:schemeClr val="accent4"/>
              </a:buClr>
              <a:buSzPts val="7200"/>
              <a:buNone/>
              <a:defRPr sz="7200">
                <a:solidFill>
                  <a:schemeClr val="accent4"/>
                </a:solidFill>
              </a:defRPr>
            </a:lvl8pPr>
            <a:lvl9pPr lvl="8" algn="ctr" rtl="0">
              <a:spcBef>
                <a:spcPts val="0"/>
              </a:spcBef>
              <a:spcAft>
                <a:spcPts val="0"/>
              </a:spcAft>
              <a:buClr>
                <a:schemeClr val="accent4"/>
              </a:buClr>
              <a:buSzPts val="7200"/>
              <a:buNone/>
              <a:defRPr sz="7200">
                <a:solidFill>
                  <a:schemeClr val="accent4"/>
                </a:solidFill>
              </a:defRPr>
            </a:lvl9pPr>
          </a:lstStyle>
          <a:p>
            <a:r>
              <a:t>xx%</a:t>
            </a:r>
          </a:p>
        </p:txBody>
      </p:sp>
      <p:sp>
        <p:nvSpPr>
          <p:cNvPr id="125" name="Google Shape;125;p19"/>
          <p:cNvSpPr txBox="1">
            <a:spLocks noGrp="1"/>
          </p:cNvSpPr>
          <p:nvPr>
            <p:ph type="body" idx="3"/>
          </p:nvPr>
        </p:nvSpPr>
        <p:spPr>
          <a:xfrm>
            <a:off x="6415800" y="2944400"/>
            <a:ext cx="24165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1000"/>
              </a:spcBef>
              <a:spcAft>
                <a:spcPts val="0"/>
              </a:spcAft>
              <a:buSzPts val="1400"/>
              <a:buChar char="○"/>
              <a:defRPr/>
            </a:lvl2pPr>
            <a:lvl3pPr marL="1371600" lvl="2" indent="-317500" algn="ctr" rtl="0">
              <a:spcBef>
                <a:spcPts val="1000"/>
              </a:spcBef>
              <a:spcAft>
                <a:spcPts val="0"/>
              </a:spcAft>
              <a:buSzPts val="1400"/>
              <a:buChar char="■"/>
              <a:defRPr/>
            </a:lvl3pPr>
            <a:lvl4pPr marL="1828800" lvl="3" indent="-317500" algn="ctr" rtl="0">
              <a:spcBef>
                <a:spcPts val="1000"/>
              </a:spcBef>
              <a:spcAft>
                <a:spcPts val="0"/>
              </a:spcAft>
              <a:buSzPts val="1400"/>
              <a:buChar char="●"/>
              <a:defRPr/>
            </a:lvl4pPr>
            <a:lvl5pPr marL="2286000" lvl="4" indent="-317500" algn="ctr" rtl="0">
              <a:spcBef>
                <a:spcPts val="1000"/>
              </a:spcBef>
              <a:spcAft>
                <a:spcPts val="0"/>
              </a:spcAft>
              <a:buSzPts val="1400"/>
              <a:buChar char="○"/>
              <a:defRPr/>
            </a:lvl5pPr>
            <a:lvl6pPr marL="2743200" lvl="5" indent="-317500" algn="ctr" rtl="0">
              <a:spcBef>
                <a:spcPts val="1000"/>
              </a:spcBef>
              <a:spcAft>
                <a:spcPts val="0"/>
              </a:spcAft>
              <a:buSzPts val="1400"/>
              <a:buChar char="■"/>
              <a:defRPr/>
            </a:lvl6pPr>
            <a:lvl7pPr marL="3200400" lvl="6" indent="-317500" algn="ctr" rtl="0">
              <a:spcBef>
                <a:spcPts val="1000"/>
              </a:spcBef>
              <a:spcAft>
                <a:spcPts val="0"/>
              </a:spcAft>
              <a:buSzPts val="1400"/>
              <a:buChar char="●"/>
              <a:defRPr/>
            </a:lvl7pPr>
            <a:lvl8pPr marL="3657600" lvl="7" indent="-317500" algn="ctr" rtl="0">
              <a:spcBef>
                <a:spcPts val="1000"/>
              </a:spcBef>
              <a:spcAft>
                <a:spcPts val="0"/>
              </a:spcAft>
              <a:buSzPts val="1400"/>
              <a:buChar char="○"/>
              <a:defRPr/>
            </a:lvl8pPr>
            <a:lvl9pPr marL="4114800" lvl="8" indent="-317500" algn="ctr" rtl="0">
              <a:spcBef>
                <a:spcPts val="1000"/>
              </a:spcBef>
              <a:spcAft>
                <a:spcPts val="1000"/>
              </a:spcAft>
              <a:buSzPts val="1400"/>
              <a:buChar char="■"/>
              <a:defRPr/>
            </a:lvl9pPr>
          </a:lstStyle>
          <a:p>
            <a:endParaRPr/>
          </a:p>
        </p:txBody>
      </p:sp>
      <p:sp>
        <p:nvSpPr>
          <p:cNvPr id="126" name="Google Shape;126;p19"/>
          <p:cNvSpPr txBox="1">
            <a:spLocks noGrp="1"/>
          </p:cNvSpPr>
          <p:nvPr>
            <p:ph type="title" idx="4" hasCustomPrompt="1"/>
          </p:nvPr>
        </p:nvSpPr>
        <p:spPr>
          <a:xfrm>
            <a:off x="3363750" y="898300"/>
            <a:ext cx="24165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accent4"/>
              </a:buClr>
              <a:buSzPts val="7200"/>
              <a:buNone/>
              <a:defRPr sz="7200">
                <a:solidFill>
                  <a:schemeClr val="accent4"/>
                </a:solidFill>
              </a:defRPr>
            </a:lvl1pPr>
            <a:lvl2pPr lvl="1" algn="ctr" rtl="0">
              <a:spcBef>
                <a:spcPts val="0"/>
              </a:spcBef>
              <a:spcAft>
                <a:spcPts val="0"/>
              </a:spcAft>
              <a:buClr>
                <a:schemeClr val="accent4"/>
              </a:buClr>
              <a:buSzPts val="7200"/>
              <a:buNone/>
              <a:defRPr sz="7200">
                <a:solidFill>
                  <a:schemeClr val="accent4"/>
                </a:solidFill>
              </a:defRPr>
            </a:lvl2pPr>
            <a:lvl3pPr lvl="2" algn="ctr" rtl="0">
              <a:spcBef>
                <a:spcPts val="0"/>
              </a:spcBef>
              <a:spcAft>
                <a:spcPts val="0"/>
              </a:spcAft>
              <a:buClr>
                <a:schemeClr val="accent4"/>
              </a:buClr>
              <a:buSzPts val="7200"/>
              <a:buNone/>
              <a:defRPr sz="7200">
                <a:solidFill>
                  <a:schemeClr val="accent4"/>
                </a:solidFill>
              </a:defRPr>
            </a:lvl3pPr>
            <a:lvl4pPr lvl="3" algn="ctr" rtl="0">
              <a:spcBef>
                <a:spcPts val="0"/>
              </a:spcBef>
              <a:spcAft>
                <a:spcPts val="0"/>
              </a:spcAft>
              <a:buClr>
                <a:schemeClr val="accent4"/>
              </a:buClr>
              <a:buSzPts val="7200"/>
              <a:buNone/>
              <a:defRPr sz="7200">
                <a:solidFill>
                  <a:schemeClr val="accent4"/>
                </a:solidFill>
              </a:defRPr>
            </a:lvl4pPr>
            <a:lvl5pPr lvl="4" algn="ctr" rtl="0">
              <a:spcBef>
                <a:spcPts val="0"/>
              </a:spcBef>
              <a:spcAft>
                <a:spcPts val="0"/>
              </a:spcAft>
              <a:buClr>
                <a:schemeClr val="accent4"/>
              </a:buClr>
              <a:buSzPts val="7200"/>
              <a:buNone/>
              <a:defRPr sz="7200">
                <a:solidFill>
                  <a:schemeClr val="accent4"/>
                </a:solidFill>
              </a:defRPr>
            </a:lvl5pPr>
            <a:lvl6pPr lvl="5" algn="ctr" rtl="0">
              <a:spcBef>
                <a:spcPts val="0"/>
              </a:spcBef>
              <a:spcAft>
                <a:spcPts val="0"/>
              </a:spcAft>
              <a:buClr>
                <a:schemeClr val="accent4"/>
              </a:buClr>
              <a:buSzPts val="7200"/>
              <a:buNone/>
              <a:defRPr sz="7200">
                <a:solidFill>
                  <a:schemeClr val="accent4"/>
                </a:solidFill>
              </a:defRPr>
            </a:lvl6pPr>
            <a:lvl7pPr lvl="6" algn="ctr" rtl="0">
              <a:spcBef>
                <a:spcPts val="0"/>
              </a:spcBef>
              <a:spcAft>
                <a:spcPts val="0"/>
              </a:spcAft>
              <a:buClr>
                <a:schemeClr val="accent4"/>
              </a:buClr>
              <a:buSzPts val="7200"/>
              <a:buNone/>
              <a:defRPr sz="7200">
                <a:solidFill>
                  <a:schemeClr val="accent4"/>
                </a:solidFill>
              </a:defRPr>
            </a:lvl7pPr>
            <a:lvl8pPr lvl="7" algn="ctr" rtl="0">
              <a:spcBef>
                <a:spcPts val="0"/>
              </a:spcBef>
              <a:spcAft>
                <a:spcPts val="0"/>
              </a:spcAft>
              <a:buClr>
                <a:schemeClr val="accent4"/>
              </a:buClr>
              <a:buSzPts val="7200"/>
              <a:buNone/>
              <a:defRPr sz="7200">
                <a:solidFill>
                  <a:schemeClr val="accent4"/>
                </a:solidFill>
              </a:defRPr>
            </a:lvl8pPr>
            <a:lvl9pPr lvl="8" algn="ctr" rtl="0">
              <a:spcBef>
                <a:spcPts val="0"/>
              </a:spcBef>
              <a:spcAft>
                <a:spcPts val="0"/>
              </a:spcAft>
              <a:buClr>
                <a:schemeClr val="accent4"/>
              </a:buClr>
              <a:buSzPts val="7200"/>
              <a:buNone/>
              <a:defRPr sz="7200">
                <a:solidFill>
                  <a:schemeClr val="accent4"/>
                </a:solidFill>
              </a:defRPr>
            </a:lvl9pPr>
          </a:lstStyle>
          <a:p>
            <a:r>
              <a:t>xx%</a:t>
            </a:r>
          </a:p>
        </p:txBody>
      </p:sp>
      <p:sp>
        <p:nvSpPr>
          <p:cNvPr id="127" name="Google Shape;127;p19"/>
          <p:cNvSpPr txBox="1">
            <a:spLocks noGrp="1"/>
          </p:cNvSpPr>
          <p:nvPr>
            <p:ph type="body" idx="5"/>
          </p:nvPr>
        </p:nvSpPr>
        <p:spPr>
          <a:xfrm>
            <a:off x="3363750" y="2944400"/>
            <a:ext cx="24165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1000"/>
              </a:spcBef>
              <a:spcAft>
                <a:spcPts val="0"/>
              </a:spcAft>
              <a:buSzPts val="1400"/>
              <a:buChar char="○"/>
              <a:defRPr/>
            </a:lvl2pPr>
            <a:lvl3pPr marL="1371600" lvl="2" indent="-317500" algn="ctr" rtl="0">
              <a:spcBef>
                <a:spcPts val="1000"/>
              </a:spcBef>
              <a:spcAft>
                <a:spcPts val="0"/>
              </a:spcAft>
              <a:buSzPts val="1400"/>
              <a:buChar char="■"/>
              <a:defRPr/>
            </a:lvl3pPr>
            <a:lvl4pPr marL="1828800" lvl="3" indent="-317500" algn="ctr" rtl="0">
              <a:spcBef>
                <a:spcPts val="1000"/>
              </a:spcBef>
              <a:spcAft>
                <a:spcPts val="0"/>
              </a:spcAft>
              <a:buSzPts val="1400"/>
              <a:buChar char="●"/>
              <a:defRPr/>
            </a:lvl4pPr>
            <a:lvl5pPr marL="2286000" lvl="4" indent="-317500" algn="ctr" rtl="0">
              <a:spcBef>
                <a:spcPts val="1000"/>
              </a:spcBef>
              <a:spcAft>
                <a:spcPts val="0"/>
              </a:spcAft>
              <a:buSzPts val="1400"/>
              <a:buChar char="○"/>
              <a:defRPr/>
            </a:lvl5pPr>
            <a:lvl6pPr marL="2743200" lvl="5" indent="-317500" algn="ctr" rtl="0">
              <a:spcBef>
                <a:spcPts val="1000"/>
              </a:spcBef>
              <a:spcAft>
                <a:spcPts val="0"/>
              </a:spcAft>
              <a:buSzPts val="1400"/>
              <a:buChar char="■"/>
              <a:defRPr/>
            </a:lvl6pPr>
            <a:lvl7pPr marL="3200400" lvl="6" indent="-317500" algn="ctr" rtl="0">
              <a:spcBef>
                <a:spcPts val="1000"/>
              </a:spcBef>
              <a:spcAft>
                <a:spcPts val="0"/>
              </a:spcAft>
              <a:buSzPts val="1400"/>
              <a:buChar char="●"/>
              <a:defRPr/>
            </a:lvl7pPr>
            <a:lvl8pPr marL="3657600" lvl="7" indent="-317500" algn="ctr" rtl="0">
              <a:spcBef>
                <a:spcPts val="1000"/>
              </a:spcBef>
              <a:spcAft>
                <a:spcPts val="0"/>
              </a:spcAft>
              <a:buSzPts val="1400"/>
              <a:buChar char="○"/>
              <a:defRPr/>
            </a:lvl8pPr>
            <a:lvl9pPr marL="4114800" lvl="8" indent="-317500" algn="ctr" rtl="0">
              <a:spcBef>
                <a:spcPts val="1000"/>
              </a:spcBef>
              <a:spcAft>
                <a:spcPts val="1000"/>
              </a:spcAft>
              <a:buSzPts val="14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20"/>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1" type="title">
  <p:cSld name="TITLE">
    <p:spTree>
      <p:nvGrpSpPr>
        <p:cNvPr id="1" name="Shape 137"/>
        <p:cNvGrpSpPr/>
        <p:nvPr/>
      </p:nvGrpSpPr>
      <p:grpSpPr>
        <a:xfrm>
          <a:off x="0" y="0"/>
          <a:ext cx="0" cy="0"/>
          <a:chOff x="0" y="0"/>
          <a:chExt cx="0" cy="0"/>
        </a:xfrm>
      </p:grpSpPr>
      <p:sp>
        <p:nvSpPr>
          <p:cNvPr id="138" name="Google Shape;138;p22"/>
          <p:cNvSpPr txBox="1">
            <a:spLocks noGrp="1"/>
          </p:cNvSpPr>
          <p:nvPr>
            <p:ph type="ctrTitle"/>
          </p:nvPr>
        </p:nvSpPr>
        <p:spPr>
          <a:xfrm>
            <a:off x="311700" y="1239060"/>
            <a:ext cx="6089100" cy="17763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accent1"/>
              </a:buClr>
              <a:buSzPts val="5200"/>
              <a:buNone/>
              <a:defRPr sz="5200">
                <a:solidFill>
                  <a:schemeClr val="accent1"/>
                </a:solidFill>
              </a:defRPr>
            </a:lvl1pPr>
            <a:lvl2pPr lvl="1" algn="l">
              <a:lnSpc>
                <a:spcPct val="100000"/>
              </a:lnSpc>
              <a:spcBef>
                <a:spcPts val="0"/>
              </a:spcBef>
              <a:spcAft>
                <a:spcPts val="0"/>
              </a:spcAft>
              <a:buClr>
                <a:schemeClr val="accent1"/>
              </a:buClr>
              <a:buSzPts val="5200"/>
              <a:buNone/>
              <a:defRPr sz="5200">
                <a:solidFill>
                  <a:schemeClr val="accent1"/>
                </a:solidFill>
              </a:defRPr>
            </a:lvl2pPr>
            <a:lvl3pPr lvl="2" algn="l">
              <a:lnSpc>
                <a:spcPct val="100000"/>
              </a:lnSpc>
              <a:spcBef>
                <a:spcPts val="0"/>
              </a:spcBef>
              <a:spcAft>
                <a:spcPts val="0"/>
              </a:spcAft>
              <a:buClr>
                <a:schemeClr val="accent1"/>
              </a:buClr>
              <a:buSzPts val="5200"/>
              <a:buNone/>
              <a:defRPr sz="5200">
                <a:solidFill>
                  <a:schemeClr val="accent1"/>
                </a:solidFill>
              </a:defRPr>
            </a:lvl3pPr>
            <a:lvl4pPr lvl="3" algn="l">
              <a:lnSpc>
                <a:spcPct val="100000"/>
              </a:lnSpc>
              <a:spcBef>
                <a:spcPts val="0"/>
              </a:spcBef>
              <a:spcAft>
                <a:spcPts val="0"/>
              </a:spcAft>
              <a:buClr>
                <a:schemeClr val="accent1"/>
              </a:buClr>
              <a:buSzPts val="5200"/>
              <a:buNone/>
              <a:defRPr sz="5200">
                <a:solidFill>
                  <a:schemeClr val="accent1"/>
                </a:solidFill>
              </a:defRPr>
            </a:lvl4pPr>
            <a:lvl5pPr lvl="4" algn="l">
              <a:lnSpc>
                <a:spcPct val="100000"/>
              </a:lnSpc>
              <a:spcBef>
                <a:spcPts val="0"/>
              </a:spcBef>
              <a:spcAft>
                <a:spcPts val="0"/>
              </a:spcAft>
              <a:buClr>
                <a:schemeClr val="accent1"/>
              </a:buClr>
              <a:buSzPts val="5200"/>
              <a:buNone/>
              <a:defRPr sz="5200">
                <a:solidFill>
                  <a:schemeClr val="accent1"/>
                </a:solidFill>
              </a:defRPr>
            </a:lvl5pPr>
            <a:lvl6pPr lvl="5" algn="l">
              <a:lnSpc>
                <a:spcPct val="100000"/>
              </a:lnSpc>
              <a:spcBef>
                <a:spcPts val="0"/>
              </a:spcBef>
              <a:spcAft>
                <a:spcPts val="0"/>
              </a:spcAft>
              <a:buClr>
                <a:schemeClr val="accent1"/>
              </a:buClr>
              <a:buSzPts val="5200"/>
              <a:buNone/>
              <a:defRPr sz="5200">
                <a:solidFill>
                  <a:schemeClr val="accent1"/>
                </a:solidFill>
              </a:defRPr>
            </a:lvl6pPr>
            <a:lvl7pPr lvl="6" algn="l">
              <a:lnSpc>
                <a:spcPct val="100000"/>
              </a:lnSpc>
              <a:spcBef>
                <a:spcPts val="0"/>
              </a:spcBef>
              <a:spcAft>
                <a:spcPts val="0"/>
              </a:spcAft>
              <a:buClr>
                <a:schemeClr val="accent1"/>
              </a:buClr>
              <a:buSzPts val="5200"/>
              <a:buNone/>
              <a:defRPr sz="5200">
                <a:solidFill>
                  <a:schemeClr val="accent1"/>
                </a:solidFill>
              </a:defRPr>
            </a:lvl7pPr>
            <a:lvl8pPr lvl="7" algn="l">
              <a:lnSpc>
                <a:spcPct val="100000"/>
              </a:lnSpc>
              <a:spcBef>
                <a:spcPts val="0"/>
              </a:spcBef>
              <a:spcAft>
                <a:spcPts val="0"/>
              </a:spcAft>
              <a:buClr>
                <a:schemeClr val="accent1"/>
              </a:buClr>
              <a:buSzPts val="5200"/>
              <a:buNone/>
              <a:defRPr sz="5200">
                <a:solidFill>
                  <a:schemeClr val="accent1"/>
                </a:solidFill>
              </a:defRPr>
            </a:lvl8pPr>
            <a:lvl9pPr lvl="8" algn="l">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139" name="Google Shape;139;p22"/>
          <p:cNvSpPr txBox="1">
            <a:spLocks noGrp="1"/>
          </p:cNvSpPr>
          <p:nvPr>
            <p:ph type="subTitle" idx="1"/>
          </p:nvPr>
        </p:nvSpPr>
        <p:spPr>
          <a:xfrm>
            <a:off x="311700" y="3015350"/>
            <a:ext cx="60891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Clr>
                <a:schemeClr val="accent1"/>
              </a:buClr>
              <a:buSzPts val="2800"/>
              <a:buNone/>
              <a:defRPr sz="2800">
                <a:solidFill>
                  <a:schemeClr val="accent1"/>
                </a:solidFill>
              </a:defRPr>
            </a:lvl2pPr>
            <a:lvl3pPr lvl="2" algn="ctr">
              <a:lnSpc>
                <a:spcPct val="100000"/>
              </a:lnSpc>
              <a:spcBef>
                <a:spcPts val="0"/>
              </a:spcBef>
              <a:spcAft>
                <a:spcPts val="0"/>
              </a:spcAft>
              <a:buClr>
                <a:schemeClr val="accent1"/>
              </a:buClr>
              <a:buSzPts val="2800"/>
              <a:buNone/>
              <a:defRPr sz="2800">
                <a:solidFill>
                  <a:schemeClr val="accent1"/>
                </a:solidFill>
              </a:defRPr>
            </a:lvl3pPr>
            <a:lvl4pPr lvl="3" algn="ctr">
              <a:lnSpc>
                <a:spcPct val="100000"/>
              </a:lnSpc>
              <a:spcBef>
                <a:spcPts val="0"/>
              </a:spcBef>
              <a:spcAft>
                <a:spcPts val="0"/>
              </a:spcAft>
              <a:buClr>
                <a:schemeClr val="accent1"/>
              </a:buClr>
              <a:buSzPts val="2800"/>
              <a:buNone/>
              <a:defRPr sz="2800">
                <a:solidFill>
                  <a:schemeClr val="accent1"/>
                </a:solidFill>
              </a:defRPr>
            </a:lvl4pPr>
            <a:lvl5pPr lvl="4" algn="ctr">
              <a:lnSpc>
                <a:spcPct val="100000"/>
              </a:lnSpc>
              <a:spcBef>
                <a:spcPts val="0"/>
              </a:spcBef>
              <a:spcAft>
                <a:spcPts val="0"/>
              </a:spcAft>
              <a:buClr>
                <a:schemeClr val="accent1"/>
              </a:buClr>
              <a:buSzPts val="2800"/>
              <a:buNone/>
              <a:defRPr sz="2800">
                <a:solidFill>
                  <a:schemeClr val="accent1"/>
                </a:solidFill>
              </a:defRPr>
            </a:lvl5pPr>
            <a:lvl6pPr lvl="5" algn="ctr">
              <a:lnSpc>
                <a:spcPct val="100000"/>
              </a:lnSpc>
              <a:spcBef>
                <a:spcPts val="0"/>
              </a:spcBef>
              <a:spcAft>
                <a:spcPts val="0"/>
              </a:spcAft>
              <a:buClr>
                <a:schemeClr val="accent1"/>
              </a:buClr>
              <a:buSzPts val="2800"/>
              <a:buNone/>
              <a:defRPr sz="2800">
                <a:solidFill>
                  <a:schemeClr val="accent1"/>
                </a:solidFill>
              </a:defRPr>
            </a:lvl6pPr>
            <a:lvl7pPr lvl="6" algn="ctr">
              <a:lnSpc>
                <a:spcPct val="100000"/>
              </a:lnSpc>
              <a:spcBef>
                <a:spcPts val="0"/>
              </a:spcBef>
              <a:spcAft>
                <a:spcPts val="0"/>
              </a:spcAft>
              <a:buClr>
                <a:schemeClr val="accent1"/>
              </a:buClr>
              <a:buSzPts val="2800"/>
              <a:buNone/>
              <a:defRPr sz="2800">
                <a:solidFill>
                  <a:schemeClr val="accent1"/>
                </a:solidFill>
              </a:defRPr>
            </a:lvl7pPr>
            <a:lvl8pPr lvl="7" algn="ctr">
              <a:lnSpc>
                <a:spcPct val="100000"/>
              </a:lnSpc>
              <a:spcBef>
                <a:spcPts val="0"/>
              </a:spcBef>
              <a:spcAft>
                <a:spcPts val="0"/>
              </a:spcAft>
              <a:buClr>
                <a:schemeClr val="accent1"/>
              </a:buClr>
              <a:buSzPts val="2800"/>
              <a:buNone/>
              <a:defRPr sz="2800">
                <a:solidFill>
                  <a:schemeClr val="accent1"/>
                </a:solidFill>
              </a:defRPr>
            </a:lvl8pPr>
            <a:lvl9pPr lvl="8" algn="ctr">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140" name="Google Shape;140;p22"/>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grpSp>
        <p:nvGrpSpPr>
          <p:cNvPr id="141" name="Google Shape;141;p22"/>
          <p:cNvGrpSpPr/>
          <p:nvPr/>
        </p:nvGrpSpPr>
        <p:grpSpPr>
          <a:xfrm>
            <a:off x="311726" y="342910"/>
            <a:ext cx="2560500" cy="520800"/>
            <a:chOff x="311726" y="342910"/>
            <a:chExt cx="2560500" cy="520800"/>
          </a:xfrm>
        </p:grpSpPr>
        <p:sp>
          <p:nvSpPr>
            <p:cNvPr id="142" name="Google Shape;142;p22"/>
            <p:cNvSpPr/>
            <p:nvPr/>
          </p:nvSpPr>
          <p:spPr>
            <a:xfrm>
              <a:off x="311726" y="342910"/>
              <a:ext cx="2560500" cy="520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43" name="Google Shape;143;p22"/>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
        <p:nvSpPr>
          <p:cNvPr id="144" name="Google Shape;144;p22"/>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22"/>
          <p:cNvSpPr/>
          <p:nvPr/>
        </p:nvSpPr>
        <p:spPr>
          <a:xfrm>
            <a:off x="7000" y="-7000"/>
            <a:ext cx="9144000" cy="255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22"/>
          <p:cNvSpPr/>
          <p:nvPr/>
        </p:nvSpPr>
        <p:spPr>
          <a:xfrm>
            <a:off x="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22"/>
          <p:cNvSpPr/>
          <p:nvPr/>
        </p:nvSpPr>
        <p:spPr>
          <a:xfrm>
            <a:off x="893140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22"/>
          <p:cNvSpPr/>
          <p:nvPr/>
        </p:nvSpPr>
        <p:spPr>
          <a:xfrm>
            <a:off x="7000" y="4798125"/>
            <a:ext cx="9144000" cy="35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22"/>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150" name="Google Shape;150;p22"/>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65"/>
              <a:buFont typeface="Arial"/>
              <a:buNone/>
            </a:pPr>
            <a:r>
              <a:rPr lang="en" sz="1000" b="1" i="0" u="none" strike="noStrike" cap="none">
                <a:solidFill>
                  <a:schemeClr val="lt1"/>
                </a:solidFill>
                <a:latin typeface="Assistant"/>
                <a:ea typeface="Assistant"/>
                <a:cs typeface="Assistant"/>
                <a:sym typeface="Assistant"/>
              </a:rPr>
              <a:t>We use tech to connect human potential and opportunity with dignity &amp; humility   </a:t>
            </a:r>
            <a:endParaRPr sz="1000" b="1" i="0" u="none" strike="noStrike" cap="none">
              <a:solidFill>
                <a:schemeClr val="lt1"/>
              </a:solidFill>
              <a:latin typeface="Assistant"/>
              <a:ea typeface="Assistant"/>
              <a:cs typeface="Assistant"/>
              <a:sym typeface="Assistant"/>
            </a:endParaRPr>
          </a:p>
        </p:txBody>
      </p:sp>
      <p:sp>
        <p:nvSpPr>
          <p:cNvPr id="151" name="Google Shape;151;p22"/>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2">
  <p:cSld name="SECTION_HEADER_1">
    <p:bg>
      <p:bgPr>
        <a:noFill/>
        <a:effectLst/>
      </p:bgPr>
    </p:bg>
    <p:spTree>
      <p:nvGrpSpPr>
        <p:cNvPr id="1" name="Shape 152"/>
        <p:cNvGrpSpPr/>
        <p:nvPr/>
      </p:nvGrpSpPr>
      <p:grpSpPr>
        <a:xfrm>
          <a:off x="0" y="0"/>
          <a:ext cx="0" cy="0"/>
          <a:chOff x="0" y="0"/>
          <a:chExt cx="0" cy="0"/>
        </a:xfrm>
      </p:grpSpPr>
      <p:sp>
        <p:nvSpPr>
          <p:cNvPr id="153" name="Google Shape;153;p23"/>
          <p:cNvSpPr/>
          <p:nvPr/>
        </p:nvSpPr>
        <p:spPr>
          <a:xfrm>
            <a:off x="7000" y="4663200"/>
            <a:ext cx="9144000" cy="491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23"/>
          <p:cNvSpPr/>
          <p:nvPr/>
        </p:nvSpPr>
        <p:spPr>
          <a:xfrm>
            <a:off x="7000" y="-7000"/>
            <a:ext cx="9144000" cy="3498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23"/>
          <p:cNvSpPr/>
          <p:nvPr/>
        </p:nvSpPr>
        <p:spPr>
          <a:xfrm>
            <a:off x="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23"/>
          <p:cNvSpPr/>
          <p:nvPr/>
        </p:nvSpPr>
        <p:spPr>
          <a:xfrm>
            <a:off x="883930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23"/>
          <p:cNvSpPr txBox="1">
            <a:spLocks noGrp="1"/>
          </p:cNvSpPr>
          <p:nvPr>
            <p:ph type="title"/>
          </p:nvPr>
        </p:nvSpPr>
        <p:spPr>
          <a:xfrm>
            <a:off x="311700" y="214884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8" name="Google Shape;158;p23"/>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1" type="tx">
  <p:cSld name="TITLE_AND_BODY">
    <p:spTree>
      <p:nvGrpSpPr>
        <p:cNvPr id="1" name="Shape 159"/>
        <p:cNvGrpSpPr/>
        <p:nvPr/>
      </p:nvGrpSpPr>
      <p:grpSpPr>
        <a:xfrm>
          <a:off x="0" y="0"/>
          <a:ext cx="0" cy="0"/>
          <a:chOff x="0" y="0"/>
          <a:chExt cx="0" cy="0"/>
        </a:xfrm>
      </p:grpSpPr>
      <p:sp>
        <p:nvSpPr>
          <p:cNvPr id="160" name="Google Shape;160;p24"/>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61" name="Google Shape;161;p24"/>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162" name="Google Shape;162;p24"/>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2">
  <p:cSld name="TITLE_1">
    <p:spTree>
      <p:nvGrpSpPr>
        <p:cNvPr id="1" name="Shape 163"/>
        <p:cNvGrpSpPr/>
        <p:nvPr/>
      </p:nvGrpSpPr>
      <p:grpSpPr>
        <a:xfrm>
          <a:off x="0" y="0"/>
          <a:ext cx="0" cy="0"/>
          <a:chOff x="0" y="0"/>
          <a:chExt cx="0" cy="0"/>
        </a:xfrm>
      </p:grpSpPr>
      <p:sp>
        <p:nvSpPr>
          <p:cNvPr id="164" name="Google Shape;164;p25"/>
          <p:cNvSpPr txBox="1">
            <a:spLocks noGrp="1"/>
          </p:cNvSpPr>
          <p:nvPr>
            <p:ph type="ctrTitle"/>
          </p:nvPr>
        </p:nvSpPr>
        <p:spPr>
          <a:xfrm>
            <a:off x="311725" y="1243584"/>
            <a:ext cx="6089100" cy="17763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accent1"/>
              </a:buClr>
              <a:buSzPts val="5200"/>
              <a:buNone/>
              <a:defRPr sz="5200">
                <a:solidFill>
                  <a:schemeClr val="accent1"/>
                </a:solidFill>
              </a:defRPr>
            </a:lvl1pPr>
            <a:lvl2pPr lvl="1" algn="l">
              <a:lnSpc>
                <a:spcPct val="100000"/>
              </a:lnSpc>
              <a:spcBef>
                <a:spcPts val="0"/>
              </a:spcBef>
              <a:spcAft>
                <a:spcPts val="0"/>
              </a:spcAft>
              <a:buClr>
                <a:schemeClr val="accent1"/>
              </a:buClr>
              <a:buSzPts val="5200"/>
              <a:buNone/>
              <a:defRPr sz="5200">
                <a:solidFill>
                  <a:schemeClr val="accent1"/>
                </a:solidFill>
              </a:defRPr>
            </a:lvl2pPr>
            <a:lvl3pPr lvl="2" algn="l">
              <a:lnSpc>
                <a:spcPct val="100000"/>
              </a:lnSpc>
              <a:spcBef>
                <a:spcPts val="0"/>
              </a:spcBef>
              <a:spcAft>
                <a:spcPts val="0"/>
              </a:spcAft>
              <a:buClr>
                <a:schemeClr val="accent1"/>
              </a:buClr>
              <a:buSzPts val="5200"/>
              <a:buNone/>
              <a:defRPr sz="5200">
                <a:solidFill>
                  <a:schemeClr val="accent1"/>
                </a:solidFill>
              </a:defRPr>
            </a:lvl3pPr>
            <a:lvl4pPr lvl="3" algn="l">
              <a:lnSpc>
                <a:spcPct val="100000"/>
              </a:lnSpc>
              <a:spcBef>
                <a:spcPts val="0"/>
              </a:spcBef>
              <a:spcAft>
                <a:spcPts val="0"/>
              </a:spcAft>
              <a:buClr>
                <a:schemeClr val="accent1"/>
              </a:buClr>
              <a:buSzPts val="5200"/>
              <a:buNone/>
              <a:defRPr sz="5200">
                <a:solidFill>
                  <a:schemeClr val="accent1"/>
                </a:solidFill>
              </a:defRPr>
            </a:lvl4pPr>
            <a:lvl5pPr lvl="4" algn="l">
              <a:lnSpc>
                <a:spcPct val="100000"/>
              </a:lnSpc>
              <a:spcBef>
                <a:spcPts val="0"/>
              </a:spcBef>
              <a:spcAft>
                <a:spcPts val="0"/>
              </a:spcAft>
              <a:buClr>
                <a:schemeClr val="accent1"/>
              </a:buClr>
              <a:buSzPts val="5200"/>
              <a:buNone/>
              <a:defRPr sz="5200">
                <a:solidFill>
                  <a:schemeClr val="accent1"/>
                </a:solidFill>
              </a:defRPr>
            </a:lvl5pPr>
            <a:lvl6pPr lvl="5" algn="l">
              <a:lnSpc>
                <a:spcPct val="100000"/>
              </a:lnSpc>
              <a:spcBef>
                <a:spcPts val="0"/>
              </a:spcBef>
              <a:spcAft>
                <a:spcPts val="0"/>
              </a:spcAft>
              <a:buClr>
                <a:schemeClr val="accent1"/>
              </a:buClr>
              <a:buSzPts val="5200"/>
              <a:buNone/>
              <a:defRPr sz="5200">
                <a:solidFill>
                  <a:schemeClr val="accent1"/>
                </a:solidFill>
              </a:defRPr>
            </a:lvl6pPr>
            <a:lvl7pPr lvl="6" algn="l">
              <a:lnSpc>
                <a:spcPct val="100000"/>
              </a:lnSpc>
              <a:spcBef>
                <a:spcPts val="0"/>
              </a:spcBef>
              <a:spcAft>
                <a:spcPts val="0"/>
              </a:spcAft>
              <a:buClr>
                <a:schemeClr val="accent1"/>
              </a:buClr>
              <a:buSzPts val="5200"/>
              <a:buNone/>
              <a:defRPr sz="5200">
                <a:solidFill>
                  <a:schemeClr val="accent1"/>
                </a:solidFill>
              </a:defRPr>
            </a:lvl7pPr>
            <a:lvl8pPr lvl="7" algn="l">
              <a:lnSpc>
                <a:spcPct val="100000"/>
              </a:lnSpc>
              <a:spcBef>
                <a:spcPts val="0"/>
              </a:spcBef>
              <a:spcAft>
                <a:spcPts val="0"/>
              </a:spcAft>
              <a:buClr>
                <a:schemeClr val="accent1"/>
              </a:buClr>
              <a:buSzPts val="5200"/>
              <a:buNone/>
              <a:defRPr sz="5200">
                <a:solidFill>
                  <a:schemeClr val="accent1"/>
                </a:solidFill>
              </a:defRPr>
            </a:lvl8pPr>
            <a:lvl9pPr lvl="8" algn="l">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165" name="Google Shape;165;p25"/>
          <p:cNvSpPr txBox="1">
            <a:spLocks noGrp="1"/>
          </p:cNvSpPr>
          <p:nvPr>
            <p:ph type="subTitle" idx="1"/>
          </p:nvPr>
        </p:nvSpPr>
        <p:spPr>
          <a:xfrm>
            <a:off x="311725" y="3019874"/>
            <a:ext cx="60891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Clr>
                <a:schemeClr val="accent1"/>
              </a:buClr>
              <a:buSzPts val="2800"/>
              <a:buNone/>
              <a:defRPr sz="2800">
                <a:solidFill>
                  <a:schemeClr val="accent1"/>
                </a:solidFill>
              </a:defRPr>
            </a:lvl2pPr>
            <a:lvl3pPr lvl="2" algn="ctr">
              <a:lnSpc>
                <a:spcPct val="100000"/>
              </a:lnSpc>
              <a:spcBef>
                <a:spcPts val="0"/>
              </a:spcBef>
              <a:spcAft>
                <a:spcPts val="0"/>
              </a:spcAft>
              <a:buClr>
                <a:schemeClr val="accent1"/>
              </a:buClr>
              <a:buSzPts val="2800"/>
              <a:buNone/>
              <a:defRPr sz="2800">
                <a:solidFill>
                  <a:schemeClr val="accent1"/>
                </a:solidFill>
              </a:defRPr>
            </a:lvl3pPr>
            <a:lvl4pPr lvl="3" algn="ctr">
              <a:lnSpc>
                <a:spcPct val="100000"/>
              </a:lnSpc>
              <a:spcBef>
                <a:spcPts val="0"/>
              </a:spcBef>
              <a:spcAft>
                <a:spcPts val="0"/>
              </a:spcAft>
              <a:buClr>
                <a:schemeClr val="accent1"/>
              </a:buClr>
              <a:buSzPts val="2800"/>
              <a:buNone/>
              <a:defRPr sz="2800">
                <a:solidFill>
                  <a:schemeClr val="accent1"/>
                </a:solidFill>
              </a:defRPr>
            </a:lvl4pPr>
            <a:lvl5pPr lvl="4" algn="ctr">
              <a:lnSpc>
                <a:spcPct val="100000"/>
              </a:lnSpc>
              <a:spcBef>
                <a:spcPts val="0"/>
              </a:spcBef>
              <a:spcAft>
                <a:spcPts val="0"/>
              </a:spcAft>
              <a:buClr>
                <a:schemeClr val="accent1"/>
              </a:buClr>
              <a:buSzPts val="2800"/>
              <a:buNone/>
              <a:defRPr sz="2800">
                <a:solidFill>
                  <a:schemeClr val="accent1"/>
                </a:solidFill>
              </a:defRPr>
            </a:lvl5pPr>
            <a:lvl6pPr lvl="5" algn="ctr">
              <a:lnSpc>
                <a:spcPct val="100000"/>
              </a:lnSpc>
              <a:spcBef>
                <a:spcPts val="0"/>
              </a:spcBef>
              <a:spcAft>
                <a:spcPts val="0"/>
              </a:spcAft>
              <a:buClr>
                <a:schemeClr val="accent1"/>
              </a:buClr>
              <a:buSzPts val="2800"/>
              <a:buNone/>
              <a:defRPr sz="2800">
                <a:solidFill>
                  <a:schemeClr val="accent1"/>
                </a:solidFill>
              </a:defRPr>
            </a:lvl6pPr>
            <a:lvl7pPr lvl="6" algn="ctr">
              <a:lnSpc>
                <a:spcPct val="100000"/>
              </a:lnSpc>
              <a:spcBef>
                <a:spcPts val="0"/>
              </a:spcBef>
              <a:spcAft>
                <a:spcPts val="0"/>
              </a:spcAft>
              <a:buClr>
                <a:schemeClr val="accent1"/>
              </a:buClr>
              <a:buSzPts val="2800"/>
              <a:buNone/>
              <a:defRPr sz="2800">
                <a:solidFill>
                  <a:schemeClr val="accent1"/>
                </a:solidFill>
              </a:defRPr>
            </a:lvl7pPr>
            <a:lvl8pPr lvl="7" algn="ctr">
              <a:lnSpc>
                <a:spcPct val="100000"/>
              </a:lnSpc>
              <a:spcBef>
                <a:spcPts val="0"/>
              </a:spcBef>
              <a:spcAft>
                <a:spcPts val="0"/>
              </a:spcAft>
              <a:buClr>
                <a:schemeClr val="accent1"/>
              </a:buClr>
              <a:buSzPts val="2800"/>
              <a:buNone/>
              <a:defRPr sz="2800">
                <a:solidFill>
                  <a:schemeClr val="accent1"/>
                </a:solidFill>
              </a:defRPr>
            </a:lvl8pPr>
            <a:lvl9pPr lvl="8" algn="ctr">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166" name="Google Shape;166;p25"/>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167" name="Google Shape;167;p25"/>
          <p:cNvSpPr/>
          <p:nvPr/>
        </p:nvSpPr>
        <p:spPr>
          <a:xfrm>
            <a:off x="0" y="1243584"/>
            <a:ext cx="128100" cy="2568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25"/>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169" name="Google Shape;169;p25"/>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65"/>
              <a:buFont typeface="Arial"/>
              <a:buNone/>
            </a:pPr>
            <a:r>
              <a:rPr lang="en" sz="1000" b="1" i="0" u="none" strike="noStrike" cap="none">
                <a:solidFill>
                  <a:schemeClr val="lt1"/>
                </a:solidFill>
                <a:latin typeface="Assistant"/>
                <a:ea typeface="Assistant"/>
                <a:cs typeface="Assistant"/>
                <a:sym typeface="Assistant"/>
              </a:rPr>
              <a:t>We use tech to connect human potential and opportunity with dignity &amp; humility   </a:t>
            </a:r>
            <a:endParaRPr sz="1000" b="1" i="0" u="none" strike="noStrike" cap="none">
              <a:solidFill>
                <a:schemeClr val="lt1"/>
              </a:solidFill>
              <a:latin typeface="Assistant"/>
              <a:ea typeface="Assistant"/>
              <a:cs typeface="Assistant"/>
              <a:sym typeface="Assistant"/>
            </a:endParaRPr>
          </a:p>
        </p:txBody>
      </p:sp>
      <p:sp>
        <p:nvSpPr>
          <p:cNvPr id="170" name="Google Shape;170;p25"/>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
        <p:nvSpPr>
          <p:cNvPr id="171" name="Google Shape;171;p25"/>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p25"/>
          <p:cNvGrpSpPr/>
          <p:nvPr/>
        </p:nvGrpSpPr>
        <p:grpSpPr>
          <a:xfrm>
            <a:off x="311726" y="342910"/>
            <a:ext cx="2560500" cy="520800"/>
            <a:chOff x="311726" y="342910"/>
            <a:chExt cx="2560500" cy="520800"/>
          </a:xfrm>
        </p:grpSpPr>
        <p:sp>
          <p:nvSpPr>
            <p:cNvPr id="173" name="Google Shape;173;p25"/>
            <p:cNvSpPr/>
            <p:nvPr/>
          </p:nvSpPr>
          <p:spPr>
            <a:xfrm>
              <a:off x="311726" y="342910"/>
              <a:ext cx="2560500" cy="520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74" name="Google Shape;174;p25"/>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1" type="secHead">
  <p:cSld name="SECTION_HEADER">
    <p:bg>
      <p:bgPr>
        <a:noFill/>
        <a:effectLst/>
      </p:bgPr>
    </p:bg>
    <p:spTree>
      <p:nvGrpSpPr>
        <p:cNvPr id="1" name="Shape 175"/>
        <p:cNvGrpSpPr/>
        <p:nvPr/>
      </p:nvGrpSpPr>
      <p:grpSpPr>
        <a:xfrm>
          <a:off x="0" y="0"/>
          <a:ext cx="0" cy="0"/>
          <a:chOff x="0" y="0"/>
          <a:chExt cx="0" cy="0"/>
        </a:xfrm>
      </p:grpSpPr>
      <p:sp>
        <p:nvSpPr>
          <p:cNvPr id="176" name="Google Shape;176;p26"/>
          <p:cNvSpPr/>
          <p:nvPr/>
        </p:nvSpPr>
        <p:spPr>
          <a:xfrm>
            <a:off x="0" y="0"/>
            <a:ext cx="9144000" cy="5143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2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178" name="Google Shape;178;p26"/>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SECTION_HEADER_1_1">
    <p:bg>
      <p:bgPr>
        <a:noFill/>
        <a:effectLst/>
      </p:bgPr>
    </p:bg>
    <p:spTree>
      <p:nvGrpSpPr>
        <p:cNvPr id="1" name="Shape 179"/>
        <p:cNvGrpSpPr/>
        <p:nvPr/>
      </p:nvGrpSpPr>
      <p:grpSpPr>
        <a:xfrm>
          <a:off x="0" y="0"/>
          <a:ext cx="0" cy="0"/>
          <a:chOff x="0" y="0"/>
          <a:chExt cx="0" cy="0"/>
        </a:xfrm>
      </p:grpSpPr>
      <p:sp>
        <p:nvSpPr>
          <p:cNvPr id="180" name="Google Shape;180;p27"/>
          <p:cNvSpPr/>
          <p:nvPr/>
        </p:nvSpPr>
        <p:spPr>
          <a:xfrm>
            <a:off x="7000" y="4663225"/>
            <a:ext cx="9144000" cy="4917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27"/>
          <p:cNvSpPr/>
          <p:nvPr/>
        </p:nvSpPr>
        <p:spPr>
          <a:xfrm>
            <a:off x="7000" y="-7000"/>
            <a:ext cx="9144000" cy="3498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27"/>
          <p:cNvSpPr/>
          <p:nvPr/>
        </p:nvSpPr>
        <p:spPr>
          <a:xfrm>
            <a:off x="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27"/>
          <p:cNvSpPr/>
          <p:nvPr/>
        </p:nvSpPr>
        <p:spPr>
          <a:xfrm>
            <a:off x="883930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85" name="Google Shape;185;p27"/>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2">
  <p:cSld name="TITLE_AND_BODY_1">
    <p:spTree>
      <p:nvGrpSpPr>
        <p:cNvPr id="1" name="Shape 186"/>
        <p:cNvGrpSpPr/>
        <p:nvPr/>
      </p:nvGrpSpPr>
      <p:grpSpPr>
        <a:xfrm>
          <a:off x="0" y="0"/>
          <a:ext cx="0" cy="0"/>
          <a:chOff x="0" y="0"/>
          <a:chExt cx="0" cy="0"/>
        </a:xfrm>
      </p:grpSpPr>
      <p:sp>
        <p:nvSpPr>
          <p:cNvPr id="187" name="Google Shape;187;p28"/>
          <p:cNvSpPr/>
          <p:nvPr/>
        </p:nvSpPr>
        <p:spPr>
          <a:xfrm>
            <a:off x="7000" y="4663225"/>
            <a:ext cx="9144000" cy="4917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28"/>
          <p:cNvSpPr/>
          <p:nvPr/>
        </p:nvSpPr>
        <p:spPr>
          <a:xfrm>
            <a:off x="7000" y="-7000"/>
            <a:ext cx="9144000" cy="3498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28"/>
          <p:cNvSpPr/>
          <p:nvPr/>
        </p:nvSpPr>
        <p:spPr>
          <a:xfrm>
            <a:off x="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28"/>
          <p:cNvSpPr/>
          <p:nvPr/>
        </p:nvSpPr>
        <p:spPr>
          <a:xfrm>
            <a:off x="883930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28"/>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2" name="Google Shape;192;p28"/>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193" name="Google Shape;193;p28"/>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3">
  <p:cSld name="TITLE_AND_BODY_1_1">
    <p:spTree>
      <p:nvGrpSpPr>
        <p:cNvPr id="1" name="Shape 194"/>
        <p:cNvGrpSpPr/>
        <p:nvPr/>
      </p:nvGrpSpPr>
      <p:grpSpPr>
        <a:xfrm>
          <a:off x="0" y="0"/>
          <a:ext cx="0" cy="0"/>
          <a:chOff x="0" y="0"/>
          <a:chExt cx="0" cy="0"/>
        </a:xfrm>
      </p:grpSpPr>
      <p:sp>
        <p:nvSpPr>
          <p:cNvPr id="195" name="Google Shape;195;p29"/>
          <p:cNvSpPr/>
          <p:nvPr/>
        </p:nvSpPr>
        <p:spPr>
          <a:xfrm>
            <a:off x="7000" y="4663225"/>
            <a:ext cx="9144000" cy="4917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29"/>
          <p:cNvSpPr/>
          <p:nvPr/>
        </p:nvSpPr>
        <p:spPr>
          <a:xfrm>
            <a:off x="7000" y="-7000"/>
            <a:ext cx="9144000" cy="3498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29"/>
          <p:cNvSpPr/>
          <p:nvPr/>
        </p:nvSpPr>
        <p:spPr>
          <a:xfrm>
            <a:off x="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p29"/>
          <p:cNvSpPr/>
          <p:nvPr/>
        </p:nvSpPr>
        <p:spPr>
          <a:xfrm>
            <a:off x="883930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p29"/>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00" name="Google Shape;200;p29"/>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201" name="Google Shape;201;p29"/>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2"/>
        <p:cNvGrpSpPr/>
        <p:nvPr/>
      </p:nvGrpSpPr>
      <p:grpSpPr>
        <a:xfrm>
          <a:off x="0" y="0"/>
          <a:ext cx="0" cy="0"/>
          <a:chOff x="0" y="0"/>
          <a:chExt cx="0" cy="0"/>
        </a:xfrm>
      </p:grpSpPr>
      <p:sp>
        <p:nvSpPr>
          <p:cNvPr id="203" name="Google Shape;203;p30"/>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04" name="Google Shape;204;p30"/>
          <p:cNvSpPr txBox="1">
            <a:spLocks noGrp="1"/>
          </p:cNvSpPr>
          <p:nvPr>
            <p:ph type="body" idx="1"/>
          </p:nvPr>
        </p:nvSpPr>
        <p:spPr>
          <a:xfrm>
            <a:off x="311700" y="1005850"/>
            <a:ext cx="39999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205" name="Google Shape;205;p30"/>
          <p:cNvSpPr txBox="1">
            <a:spLocks noGrp="1"/>
          </p:cNvSpPr>
          <p:nvPr>
            <p:ph type="body" idx="2"/>
          </p:nvPr>
        </p:nvSpPr>
        <p:spPr>
          <a:xfrm>
            <a:off x="4832400" y="1005850"/>
            <a:ext cx="39999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206" name="Google Shape;206;p30"/>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1" name="Shape 207"/>
        <p:cNvGrpSpPr/>
        <p:nvPr/>
      </p:nvGrpSpPr>
      <p:grpSpPr>
        <a:xfrm>
          <a:off x="0" y="0"/>
          <a:ext cx="0" cy="0"/>
          <a:chOff x="0" y="0"/>
          <a:chExt cx="0" cy="0"/>
        </a:xfrm>
      </p:grpSpPr>
      <p:sp>
        <p:nvSpPr>
          <p:cNvPr id="208" name="Google Shape;208;p31"/>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09" name="Google Shape;209;p31"/>
          <p:cNvSpPr txBox="1">
            <a:spLocks noGrp="1"/>
          </p:cNvSpPr>
          <p:nvPr>
            <p:ph type="body" idx="1"/>
          </p:nvPr>
        </p:nvSpPr>
        <p:spPr>
          <a:xfrm>
            <a:off x="3117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210" name="Google Shape;210;p31"/>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211" name="Google Shape;211;p31"/>
          <p:cNvSpPr txBox="1">
            <a:spLocks noGrp="1"/>
          </p:cNvSpPr>
          <p:nvPr>
            <p:ph type="body" idx="2"/>
          </p:nvPr>
        </p:nvSpPr>
        <p:spPr>
          <a:xfrm>
            <a:off x="61527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212" name="Google Shape;212;p31"/>
          <p:cNvSpPr txBox="1">
            <a:spLocks noGrp="1"/>
          </p:cNvSpPr>
          <p:nvPr>
            <p:ph type="body" idx="3"/>
          </p:nvPr>
        </p:nvSpPr>
        <p:spPr>
          <a:xfrm>
            <a:off x="32322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3"/>
        <p:cNvGrpSpPr/>
        <p:nvPr/>
      </p:nvGrpSpPr>
      <p:grpSpPr>
        <a:xfrm>
          <a:off x="0" y="0"/>
          <a:ext cx="0" cy="0"/>
          <a:chOff x="0" y="0"/>
          <a:chExt cx="0" cy="0"/>
        </a:xfrm>
      </p:grpSpPr>
      <p:sp>
        <p:nvSpPr>
          <p:cNvPr id="214" name="Google Shape;214;p32"/>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15" name="Google Shape;215;p32"/>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16"/>
        <p:cNvGrpSpPr/>
        <p:nvPr/>
      </p:nvGrpSpPr>
      <p:grpSpPr>
        <a:xfrm>
          <a:off x="0" y="0"/>
          <a:ext cx="0" cy="0"/>
          <a:chOff x="0" y="0"/>
          <a:chExt cx="0" cy="0"/>
        </a:xfrm>
      </p:grpSpPr>
      <p:sp>
        <p:nvSpPr>
          <p:cNvPr id="217" name="Google Shape;217;p33"/>
          <p:cNvSpPr txBox="1">
            <a:spLocks noGrp="1"/>
          </p:cNvSpPr>
          <p:nvPr>
            <p:ph type="title"/>
          </p:nvPr>
        </p:nvSpPr>
        <p:spPr>
          <a:xfrm>
            <a:off x="311700" y="342900"/>
            <a:ext cx="2808000" cy="866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18" name="Google Shape;218;p33"/>
          <p:cNvSpPr txBox="1">
            <a:spLocks noGrp="1"/>
          </p:cNvSpPr>
          <p:nvPr>
            <p:ph type="body" idx="1"/>
          </p:nvPr>
        </p:nvSpPr>
        <p:spPr>
          <a:xfrm>
            <a:off x="311700" y="1209300"/>
            <a:ext cx="2808000" cy="34539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219" name="Google Shape;219;p33"/>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20"/>
        <p:cNvGrpSpPr/>
        <p:nvPr/>
      </p:nvGrpSpPr>
      <p:grpSpPr>
        <a:xfrm>
          <a:off x="0" y="0"/>
          <a:ext cx="0" cy="0"/>
          <a:chOff x="0" y="0"/>
          <a:chExt cx="0" cy="0"/>
        </a:xfrm>
      </p:grpSpPr>
      <p:sp>
        <p:nvSpPr>
          <p:cNvPr id="221" name="Google Shape;221;p34"/>
          <p:cNvSpPr txBox="1">
            <a:spLocks noGrp="1"/>
          </p:cNvSpPr>
          <p:nvPr>
            <p:ph type="title"/>
          </p:nvPr>
        </p:nvSpPr>
        <p:spPr>
          <a:xfrm>
            <a:off x="311700" y="342900"/>
            <a:ext cx="6541800" cy="43206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222" name="Google Shape;222;p34"/>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hanks and contact">
  <p:cSld name="MAIN_POINT_1">
    <p:spTree>
      <p:nvGrpSpPr>
        <p:cNvPr id="1" name="Shape 223"/>
        <p:cNvGrpSpPr/>
        <p:nvPr/>
      </p:nvGrpSpPr>
      <p:grpSpPr>
        <a:xfrm>
          <a:off x="0" y="0"/>
          <a:ext cx="0" cy="0"/>
          <a:chOff x="0" y="0"/>
          <a:chExt cx="0" cy="0"/>
        </a:xfrm>
      </p:grpSpPr>
      <p:sp>
        <p:nvSpPr>
          <p:cNvPr id="224" name="Google Shape;224;p35"/>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grpSp>
        <p:nvGrpSpPr>
          <p:cNvPr id="225" name="Google Shape;225;p35"/>
          <p:cNvGrpSpPr/>
          <p:nvPr/>
        </p:nvGrpSpPr>
        <p:grpSpPr>
          <a:xfrm rot="2700000">
            <a:off x="585684" y="481416"/>
            <a:ext cx="694882" cy="564848"/>
            <a:chOff x="919500" y="1916075"/>
            <a:chExt cx="1067700" cy="867900"/>
          </a:xfrm>
        </p:grpSpPr>
        <p:sp>
          <p:nvSpPr>
            <p:cNvPr id="226" name="Google Shape;226;p35"/>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35"/>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8" name="Google Shape;228;p35"/>
          <p:cNvGrpSpPr/>
          <p:nvPr/>
        </p:nvGrpSpPr>
        <p:grpSpPr>
          <a:xfrm rot="8100000">
            <a:off x="7746889" y="3437647"/>
            <a:ext cx="912919" cy="742084"/>
            <a:chOff x="521400" y="3135325"/>
            <a:chExt cx="1067700" cy="867900"/>
          </a:xfrm>
        </p:grpSpPr>
        <p:sp>
          <p:nvSpPr>
            <p:cNvPr id="229" name="Google Shape;229;p35"/>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35"/>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31" name="Google Shape;231;p35"/>
          <p:cNvSpPr txBox="1">
            <a:spLocks noGrp="1"/>
          </p:cNvSpPr>
          <p:nvPr>
            <p:ph type="title"/>
          </p:nvPr>
        </p:nvSpPr>
        <p:spPr>
          <a:xfrm>
            <a:off x="311700" y="342900"/>
            <a:ext cx="8100000" cy="20940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accent1"/>
              </a:buClr>
              <a:buSzPts val="4800"/>
              <a:buNone/>
              <a:defRPr sz="4800">
                <a:solidFill>
                  <a:schemeClr val="accent1"/>
                </a:solidFill>
              </a:defRPr>
            </a:lvl1pPr>
            <a:lvl2pPr lvl="1"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2pPr>
            <a:lvl3pPr lvl="2"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3pPr>
            <a:lvl4pPr lvl="3"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4pPr>
            <a:lvl5pPr lvl="4"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5pPr>
            <a:lvl6pPr lvl="5"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6pPr>
            <a:lvl7pPr lvl="6"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7pPr>
            <a:lvl8pPr lvl="7"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8pPr>
            <a:lvl9pPr lvl="8"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32"/>
        <p:cNvGrpSpPr/>
        <p:nvPr/>
      </p:nvGrpSpPr>
      <p:grpSpPr>
        <a:xfrm>
          <a:off x="0" y="0"/>
          <a:ext cx="0" cy="0"/>
          <a:chOff x="0" y="0"/>
          <a:chExt cx="0" cy="0"/>
        </a:xfrm>
      </p:grpSpPr>
      <p:sp>
        <p:nvSpPr>
          <p:cNvPr id="233" name="Google Shape;233;p36"/>
          <p:cNvSpPr/>
          <p:nvPr/>
        </p:nvSpPr>
        <p:spPr>
          <a:xfrm>
            <a:off x="457200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 name="Google Shape;234;p36"/>
          <p:cNvSpPr txBox="1">
            <a:spLocks noGrp="1"/>
          </p:cNvSpPr>
          <p:nvPr>
            <p:ph type="title"/>
          </p:nvPr>
        </p:nvSpPr>
        <p:spPr>
          <a:xfrm>
            <a:off x="311700" y="679950"/>
            <a:ext cx="3999000" cy="22704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4200"/>
              <a:buNone/>
              <a:defRPr sz="4200"/>
            </a:lvl1pPr>
            <a:lvl2pPr lvl="1" algn="ctr">
              <a:lnSpc>
                <a:spcPct val="100000"/>
              </a:lnSpc>
              <a:spcBef>
                <a:spcPts val="0"/>
              </a:spcBef>
              <a:spcAft>
                <a:spcPts val="0"/>
              </a:spcAft>
              <a:buSzPts val="4200"/>
              <a:buFont typeface="Assistant"/>
              <a:buNone/>
              <a:defRPr sz="4200" b="1">
                <a:latin typeface="Assistant"/>
                <a:ea typeface="Assistant"/>
                <a:cs typeface="Assistant"/>
                <a:sym typeface="Assistant"/>
              </a:defRPr>
            </a:lvl2pPr>
            <a:lvl3pPr lvl="2" algn="ctr">
              <a:lnSpc>
                <a:spcPct val="100000"/>
              </a:lnSpc>
              <a:spcBef>
                <a:spcPts val="0"/>
              </a:spcBef>
              <a:spcAft>
                <a:spcPts val="0"/>
              </a:spcAft>
              <a:buSzPts val="4200"/>
              <a:buFont typeface="Assistant"/>
              <a:buNone/>
              <a:defRPr sz="4200" b="1">
                <a:latin typeface="Assistant"/>
                <a:ea typeface="Assistant"/>
                <a:cs typeface="Assistant"/>
                <a:sym typeface="Assistant"/>
              </a:defRPr>
            </a:lvl3pPr>
            <a:lvl4pPr lvl="3" algn="ctr">
              <a:lnSpc>
                <a:spcPct val="100000"/>
              </a:lnSpc>
              <a:spcBef>
                <a:spcPts val="0"/>
              </a:spcBef>
              <a:spcAft>
                <a:spcPts val="0"/>
              </a:spcAft>
              <a:buSzPts val="4200"/>
              <a:buFont typeface="Assistant"/>
              <a:buNone/>
              <a:defRPr sz="4200" b="1">
                <a:latin typeface="Assistant"/>
                <a:ea typeface="Assistant"/>
                <a:cs typeface="Assistant"/>
                <a:sym typeface="Assistant"/>
              </a:defRPr>
            </a:lvl4pPr>
            <a:lvl5pPr lvl="4" algn="ctr">
              <a:lnSpc>
                <a:spcPct val="100000"/>
              </a:lnSpc>
              <a:spcBef>
                <a:spcPts val="0"/>
              </a:spcBef>
              <a:spcAft>
                <a:spcPts val="0"/>
              </a:spcAft>
              <a:buSzPts val="4200"/>
              <a:buFont typeface="Assistant"/>
              <a:buNone/>
              <a:defRPr sz="4200" b="1">
                <a:latin typeface="Assistant"/>
                <a:ea typeface="Assistant"/>
                <a:cs typeface="Assistant"/>
                <a:sym typeface="Assistant"/>
              </a:defRPr>
            </a:lvl5pPr>
            <a:lvl6pPr lvl="5" algn="ctr">
              <a:lnSpc>
                <a:spcPct val="100000"/>
              </a:lnSpc>
              <a:spcBef>
                <a:spcPts val="0"/>
              </a:spcBef>
              <a:spcAft>
                <a:spcPts val="0"/>
              </a:spcAft>
              <a:buSzPts val="4200"/>
              <a:buFont typeface="Assistant"/>
              <a:buNone/>
              <a:defRPr sz="4200" b="1">
                <a:latin typeface="Assistant"/>
                <a:ea typeface="Assistant"/>
                <a:cs typeface="Assistant"/>
                <a:sym typeface="Assistant"/>
              </a:defRPr>
            </a:lvl6pPr>
            <a:lvl7pPr lvl="6" algn="ctr">
              <a:lnSpc>
                <a:spcPct val="100000"/>
              </a:lnSpc>
              <a:spcBef>
                <a:spcPts val="0"/>
              </a:spcBef>
              <a:spcAft>
                <a:spcPts val="0"/>
              </a:spcAft>
              <a:buSzPts val="4200"/>
              <a:buFont typeface="Assistant"/>
              <a:buNone/>
              <a:defRPr sz="4200" b="1">
                <a:latin typeface="Assistant"/>
                <a:ea typeface="Assistant"/>
                <a:cs typeface="Assistant"/>
                <a:sym typeface="Assistant"/>
              </a:defRPr>
            </a:lvl7pPr>
            <a:lvl8pPr lvl="7" algn="ctr">
              <a:lnSpc>
                <a:spcPct val="100000"/>
              </a:lnSpc>
              <a:spcBef>
                <a:spcPts val="0"/>
              </a:spcBef>
              <a:spcAft>
                <a:spcPts val="0"/>
              </a:spcAft>
              <a:buSzPts val="4200"/>
              <a:buFont typeface="Assistant"/>
              <a:buNone/>
              <a:defRPr sz="4200" b="1">
                <a:latin typeface="Assistant"/>
                <a:ea typeface="Assistant"/>
                <a:cs typeface="Assistant"/>
                <a:sym typeface="Assistant"/>
              </a:defRPr>
            </a:lvl8pPr>
            <a:lvl9pPr lvl="8" algn="ctr">
              <a:lnSpc>
                <a:spcPct val="100000"/>
              </a:lnSpc>
              <a:spcBef>
                <a:spcPts val="0"/>
              </a:spcBef>
              <a:spcAft>
                <a:spcPts val="0"/>
              </a:spcAft>
              <a:buSzPts val="4200"/>
              <a:buFont typeface="Assistant"/>
              <a:buNone/>
              <a:defRPr sz="4200" b="1">
                <a:latin typeface="Assistant"/>
                <a:ea typeface="Assistant"/>
                <a:cs typeface="Assistant"/>
                <a:sym typeface="Assistant"/>
              </a:defRPr>
            </a:lvl9pPr>
          </a:lstStyle>
          <a:p>
            <a:endParaRPr/>
          </a:p>
        </p:txBody>
      </p:sp>
      <p:sp>
        <p:nvSpPr>
          <p:cNvPr id="235" name="Google Shape;235;p36"/>
          <p:cNvSpPr txBox="1">
            <a:spLocks noGrp="1"/>
          </p:cNvSpPr>
          <p:nvPr>
            <p:ph type="subTitle" idx="1"/>
          </p:nvPr>
        </p:nvSpPr>
        <p:spPr>
          <a:xfrm>
            <a:off x="311700" y="2950350"/>
            <a:ext cx="3999000" cy="1235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236" name="Google Shape;236;p36"/>
          <p:cNvSpPr txBox="1">
            <a:spLocks noGrp="1"/>
          </p:cNvSpPr>
          <p:nvPr>
            <p:ph type="body" idx="2"/>
          </p:nvPr>
        </p:nvSpPr>
        <p:spPr>
          <a:xfrm>
            <a:off x="4939500" y="342900"/>
            <a:ext cx="3419400" cy="41796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000"/>
              </a:spcBef>
              <a:spcAft>
                <a:spcPts val="0"/>
              </a:spcAft>
              <a:buClr>
                <a:schemeClr val="lt1"/>
              </a:buClr>
              <a:buSzPts val="1400"/>
              <a:buChar char="○"/>
              <a:defRPr>
                <a:solidFill>
                  <a:schemeClr val="lt1"/>
                </a:solidFill>
              </a:defRPr>
            </a:lvl2pPr>
            <a:lvl3pPr marL="1371600" lvl="2" indent="-317500" algn="l">
              <a:lnSpc>
                <a:spcPct val="115000"/>
              </a:lnSpc>
              <a:spcBef>
                <a:spcPts val="1000"/>
              </a:spcBef>
              <a:spcAft>
                <a:spcPts val="0"/>
              </a:spcAft>
              <a:buClr>
                <a:schemeClr val="lt1"/>
              </a:buClr>
              <a:buSzPts val="1400"/>
              <a:buChar char="■"/>
              <a:defRPr>
                <a:solidFill>
                  <a:schemeClr val="lt1"/>
                </a:solidFill>
              </a:defRPr>
            </a:lvl3pPr>
            <a:lvl4pPr marL="1828800" lvl="3" indent="-317500" algn="l">
              <a:lnSpc>
                <a:spcPct val="115000"/>
              </a:lnSpc>
              <a:spcBef>
                <a:spcPts val="1000"/>
              </a:spcBef>
              <a:spcAft>
                <a:spcPts val="0"/>
              </a:spcAft>
              <a:buClr>
                <a:schemeClr val="lt1"/>
              </a:buClr>
              <a:buSzPts val="1400"/>
              <a:buChar char="●"/>
              <a:defRPr>
                <a:solidFill>
                  <a:schemeClr val="lt1"/>
                </a:solidFill>
              </a:defRPr>
            </a:lvl4pPr>
            <a:lvl5pPr marL="2286000" lvl="4" indent="-317500" algn="l">
              <a:lnSpc>
                <a:spcPct val="115000"/>
              </a:lnSpc>
              <a:spcBef>
                <a:spcPts val="1000"/>
              </a:spcBef>
              <a:spcAft>
                <a:spcPts val="0"/>
              </a:spcAft>
              <a:buClr>
                <a:schemeClr val="lt1"/>
              </a:buClr>
              <a:buSzPts val="1400"/>
              <a:buChar char="○"/>
              <a:defRPr>
                <a:solidFill>
                  <a:schemeClr val="lt1"/>
                </a:solidFill>
              </a:defRPr>
            </a:lvl5pPr>
            <a:lvl6pPr marL="2743200" lvl="5" indent="-317500" algn="l">
              <a:lnSpc>
                <a:spcPct val="115000"/>
              </a:lnSpc>
              <a:spcBef>
                <a:spcPts val="1000"/>
              </a:spcBef>
              <a:spcAft>
                <a:spcPts val="0"/>
              </a:spcAft>
              <a:buClr>
                <a:schemeClr val="lt1"/>
              </a:buClr>
              <a:buSzPts val="1400"/>
              <a:buChar char="■"/>
              <a:defRPr>
                <a:solidFill>
                  <a:schemeClr val="lt1"/>
                </a:solidFill>
              </a:defRPr>
            </a:lvl6pPr>
            <a:lvl7pPr marL="3200400" lvl="6" indent="-317500" algn="l">
              <a:lnSpc>
                <a:spcPct val="115000"/>
              </a:lnSpc>
              <a:spcBef>
                <a:spcPts val="1000"/>
              </a:spcBef>
              <a:spcAft>
                <a:spcPts val="0"/>
              </a:spcAft>
              <a:buClr>
                <a:schemeClr val="lt1"/>
              </a:buClr>
              <a:buSzPts val="1400"/>
              <a:buChar char="●"/>
              <a:defRPr>
                <a:solidFill>
                  <a:schemeClr val="lt1"/>
                </a:solidFill>
              </a:defRPr>
            </a:lvl7pPr>
            <a:lvl8pPr marL="3657600" lvl="7" indent="-317500" algn="l">
              <a:lnSpc>
                <a:spcPct val="115000"/>
              </a:lnSpc>
              <a:spcBef>
                <a:spcPts val="1000"/>
              </a:spcBef>
              <a:spcAft>
                <a:spcPts val="0"/>
              </a:spcAft>
              <a:buClr>
                <a:schemeClr val="lt1"/>
              </a:buClr>
              <a:buSzPts val="1400"/>
              <a:buChar char="○"/>
              <a:defRPr>
                <a:solidFill>
                  <a:schemeClr val="lt1"/>
                </a:solidFill>
              </a:defRPr>
            </a:lvl8pPr>
            <a:lvl9pPr marL="4114800" lvl="8" indent="-317500" algn="l">
              <a:lnSpc>
                <a:spcPct val="115000"/>
              </a:lnSpc>
              <a:spcBef>
                <a:spcPts val="1000"/>
              </a:spcBef>
              <a:spcAft>
                <a:spcPts val="1000"/>
              </a:spcAft>
              <a:buClr>
                <a:schemeClr val="lt1"/>
              </a:buClr>
              <a:buSzPts val="1400"/>
              <a:buChar char="■"/>
              <a:defRPr>
                <a:solidFill>
                  <a:schemeClr val="lt1"/>
                </a:solidFill>
              </a:defRPr>
            </a:lvl9pPr>
          </a:lstStyle>
          <a:p>
            <a:endParaRPr/>
          </a:p>
        </p:txBody>
      </p:sp>
      <p:sp>
        <p:nvSpPr>
          <p:cNvPr id="237" name="Google Shape;237;p36"/>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38"/>
        <p:cNvGrpSpPr/>
        <p:nvPr/>
      </p:nvGrpSpPr>
      <p:grpSpPr>
        <a:xfrm>
          <a:off x="0" y="0"/>
          <a:ext cx="0" cy="0"/>
          <a:chOff x="0" y="0"/>
          <a:chExt cx="0" cy="0"/>
        </a:xfrm>
      </p:grpSpPr>
      <p:sp>
        <p:nvSpPr>
          <p:cNvPr id="239" name="Google Shape;239;p37"/>
          <p:cNvSpPr txBox="1">
            <a:spLocks noGrp="1"/>
          </p:cNvSpPr>
          <p:nvPr>
            <p:ph type="body" idx="1"/>
          </p:nvPr>
        </p:nvSpPr>
        <p:spPr>
          <a:xfrm>
            <a:off x="311700" y="4663200"/>
            <a:ext cx="7082100" cy="4803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000"/>
              <a:buNone/>
              <a:defRPr sz="1000"/>
            </a:lvl1pPr>
          </a:lstStyle>
          <a:p>
            <a:endParaRPr/>
          </a:p>
        </p:txBody>
      </p:sp>
      <p:sp>
        <p:nvSpPr>
          <p:cNvPr id="240" name="Google Shape;240;p37"/>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ig number 1">
  <p:cSld name="BIG_NUMBER">
    <p:spTree>
      <p:nvGrpSpPr>
        <p:cNvPr id="1" name="Shape 241"/>
        <p:cNvGrpSpPr/>
        <p:nvPr/>
      </p:nvGrpSpPr>
      <p:grpSpPr>
        <a:xfrm>
          <a:off x="0" y="0"/>
          <a:ext cx="0" cy="0"/>
          <a:chOff x="0" y="0"/>
          <a:chExt cx="0" cy="0"/>
        </a:xfrm>
      </p:grpSpPr>
      <p:sp>
        <p:nvSpPr>
          <p:cNvPr id="242" name="Google Shape;242;p38"/>
          <p:cNvSpPr txBox="1">
            <a:spLocks noGrp="1"/>
          </p:cNvSpPr>
          <p:nvPr>
            <p:ph type="title" hasCustomPrompt="1"/>
          </p:nvPr>
        </p:nvSpPr>
        <p:spPr>
          <a:xfrm>
            <a:off x="311700" y="898300"/>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12000"/>
              <a:buNone/>
              <a:defRPr sz="12000">
                <a:solidFill>
                  <a:schemeClr val="accent4"/>
                </a:solidFill>
              </a:defRPr>
            </a:lvl1pPr>
            <a:lvl2pPr lvl="1" algn="ctr">
              <a:lnSpc>
                <a:spcPct val="100000"/>
              </a:lnSpc>
              <a:spcBef>
                <a:spcPts val="0"/>
              </a:spcBef>
              <a:spcAft>
                <a:spcPts val="0"/>
              </a:spcAft>
              <a:buClr>
                <a:schemeClr val="accent4"/>
              </a:buClr>
              <a:buSzPts val="12000"/>
              <a:buNone/>
              <a:defRPr sz="12000">
                <a:solidFill>
                  <a:schemeClr val="accent4"/>
                </a:solidFill>
              </a:defRPr>
            </a:lvl2pPr>
            <a:lvl3pPr lvl="2" algn="ctr">
              <a:lnSpc>
                <a:spcPct val="100000"/>
              </a:lnSpc>
              <a:spcBef>
                <a:spcPts val="0"/>
              </a:spcBef>
              <a:spcAft>
                <a:spcPts val="0"/>
              </a:spcAft>
              <a:buClr>
                <a:schemeClr val="accent4"/>
              </a:buClr>
              <a:buSzPts val="12000"/>
              <a:buNone/>
              <a:defRPr sz="12000">
                <a:solidFill>
                  <a:schemeClr val="accent4"/>
                </a:solidFill>
              </a:defRPr>
            </a:lvl3pPr>
            <a:lvl4pPr lvl="3" algn="ctr">
              <a:lnSpc>
                <a:spcPct val="100000"/>
              </a:lnSpc>
              <a:spcBef>
                <a:spcPts val="0"/>
              </a:spcBef>
              <a:spcAft>
                <a:spcPts val="0"/>
              </a:spcAft>
              <a:buClr>
                <a:schemeClr val="accent4"/>
              </a:buClr>
              <a:buSzPts val="12000"/>
              <a:buNone/>
              <a:defRPr sz="12000">
                <a:solidFill>
                  <a:schemeClr val="accent4"/>
                </a:solidFill>
              </a:defRPr>
            </a:lvl4pPr>
            <a:lvl5pPr lvl="4" algn="ctr">
              <a:lnSpc>
                <a:spcPct val="100000"/>
              </a:lnSpc>
              <a:spcBef>
                <a:spcPts val="0"/>
              </a:spcBef>
              <a:spcAft>
                <a:spcPts val="0"/>
              </a:spcAft>
              <a:buClr>
                <a:schemeClr val="accent4"/>
              </a:buClr>
              <a:buSzPts val="12000"/>
              <a:buNone/>
              <a:defRPr sz="12000">
                <a:solidFill>
                  <a:schemeClr val="accent4"/>
                </a:solidFill>
              </a:defRPr>
            </a:lvl5pPr>
            <a:lvl6pPr lvl="5" algn="ctr">
              <a:lnSpc>
                <a:spcPct val="100000"/>
              </a:lnSpc>
              <a:spcBef>
                <a:spcPts val="0"/>
              </a:spcBef>
              <a:spcAft>
                <a:spcPts val="0"/>
              </a:spcAft>
              <a:buClr>
                <a:schemeClr val="accent4"/>
              </a:buClr>
              <a:buSzPts val="12000"/>
              <a:buNone/>
              <a:defRPr sz="12000">
                <a:solidFill>
                  <a:schemeClr val="accent4"/>
                </a:solidFill>
              </a:defRPr>
            </a:lvl6pPr>
            <a:lvl7pPr lvl="6" algn="ctr">
              <a:lnSpc>
                <a:spcPct val="100000"/>
              </a:lnSpc>
              <a:spcBef>
                <a:spcPts val="0"/>
              </a:spcBef>
              <a:spcAft>
                <a:spcPts val="0"/>
              </a:spcAft>
              <a:buClr>
                <a:schemeClr val="accent4"/>
              </a:buClr>
              <a:buSzPts val="12000"/>
              <a:buNone/>
              <a:defRPr sz="12000">
                <a:solidFill>
                  <a:schemeClr val="accent4"/>
                </a:solidFill>
              </a:defRPr>
            </a:lvl7pPr>
            <a:lvl8pPr lvl="7" algn="ctr">
              <a:lnSpc>
                <a:spcPct val="100000"/>
              </a:lnSpc>
              <a:spcBef>
                <a:spcPts val="0"/>
              </a:spcBef>
              <a:spcAft>
                <a:spcPts val="0"/>
              </a:spcAft>
              <a:buClr>
                <a:schemeClr val="accent4"/>
              </a:buClr>
              <a:buSzPts val="12000"/>
              <a:buNone/>
              <a:defRPr sz="12000">
                <a:solidFill>
                  <a:schemeClr val="accent4"/>
                </a:solidFill>
              </a:defRPr>
            </a:lvl8pPr>
            <a:lvl9pPr lvl="8" algn="ctr">
              <a:lnSpc>
                <a:spcPct val="100000"/>
              </a:lnSpc>
              <a:spcBef>
                <a:spcPts val="0"/>
              </a:spcBef>
              <a:spcAft>
                <a:spcPts val="0"/>
              </a:spcAft>
              <a:buClr>
                <a:schemeClr val="accent4"/>
              </a:buClr>
              <a:buSzPts val="12000"/>
              <a:buNone/>
              <a:defRPr sz="12000">
                <a:solidFill>
                  <a:schemeClr val="accent4"/>
                </a:solidFill>
              </a:defRPr>
            </a:lvl9pPr>
          </a:lstStyle>
          <a:p>
            <a:r>
              <a:t>xx%</a:t>
            </a:r>
          </a:p>
        </p:txBody>
      </p:sp>
      <p:sp>
        <p:nvSpPr>
          <p:cNvPr id="243" name="Google Shape;243;p38"/>
          <p:cNvSpPr txBox="1">
            <a:spLocks noGrp="1"/>
          </p:cNvSpPr>
          <p:nvPr>
            <p:ph type="body" idx="1"/>
          </p:nvPr>
        </p:nvSpPr>
        <p:spPr>
          <a:xfrm>
            <a:off x="311700" y="2944400"/>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
        <p:nvSpPr>
          <p:cNvPr id="244" name="Google Shape;244;p38"/>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ig number 2">
  <p:cSld name="BIG_NUMBER_1">
    <p:spTree>
      <p:nvGrpSpPr>
        <p:cNvPr id="1" name="Shape 245"/>
        <p:cNvGrpSpPr/>
        <p:nvPr/>
      </p:nvGrpSpPr>
      <p:grpSpPr>
        <a:xfrm>
          <a:off x="0" y="0"/>
          <a:ext cx="0" cy="0"/>
          <a:chOff x="0" y="0"/>
          <a:chExt cx="0" cy="0"/>
        </a:xfrm>
      </p:grpSpPr>
      <p:sp>
        <p:nvSpPr>
          <p:cNvPr id="246" name="Google Shape;246;p39"/>
          <p:cNvSpPr txBox="1">
            <a:spLocks noGrp="1"/>
          </p:cNvSpPr>
          <p:nvPr>
            <p:ph type="title"/>
          </p:nvPr>
        </p:nvSpPr>
        <p:spPr>
          <a:xfrm>
            <a:off x="31170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a:endParaRPr/>
          </a:p>
        </p:txBody>
      </p:sp>
      <p:sp>
        <p:nvSpPr>
          <p:cNvPr id="247" name="Google Shape;247;p39"/>
          <p:cNvSpPr txBox="1">
            <a:spLocks noGrp="1"/>
          </p:cNvSpPr>
          <p:nvPr>
            <p:ph type="body" idx="1"/>
          </p:nvPr>
        </p:nvSpPr>
        <p:spPr>
          <a:xfrm>
            <a:off x="31170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
        <p:nvSpPr>
          <p:cNvPr id="248" name="Google Shape;248;p39"/>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249" name="Google Shape;249;p39"/>
          <p:cNvSpPr txBox="1">
            <a:spLocks noGrp="1"/>
          </p:cNvSpPr>
          <p:nvPr>
            <p:ph type="title" idx="2"/>
          </p:nvPr>
        </p:nvSpPr>
        <p:spPr>
          <a:xfrm>
            <a:off x="641580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a:endParaRPr/>
          </a:p>
        </p:txBody>
      </p:sp>
      <p:sp>
        <p:nvSpPr>
          <p:cNvPr id="250" name="Google Shape;250;p39"/>
          <p:cNvSpPr txBox="1">
            <a:spLocks noGrp="1"/>
          </p:cNvSpPr>
          <p:nvPr>
            <p:ph type="body" idx="3"/>
          </p:nvPr>
        </p:nvSpPr>
        <p:spPr>
          <a:xfrm>
            <a:off x="641580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
        <p:nvSpPr>
          <p:cNvPr id="251" name="Google Shape;251;p39"/>
          <p:cNvSpPr txBox="1">
            <a:spLocks noGrp="1"/>
          </p:cNvSpPr>
          <p:nvPr>
            <p:ph type="title" idx="4"/>
          </p:nvPr>
        </p:nvSpPr>
        <p:spPr>
          <a:xfrm>
            <a:off x="336375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a:endParaRPr/>
          </a:p>
        </p:txBody>
      </p:sp>
      <p:sp>
        <p:nvSpPr>
          <p:cNvPr id="252" name="Google Shape;252;p39"/>
          <p:cNvSpPr txBox="1">
            <a:spLocks noGrp="1"/>
          </p:cNvSpPr>
          <p:nvPr>
            <p:ph type="body" idx="5"/>
          </p:nvPr>
        </p:nvSpPr>
        <p:spPr>
          <a:xfrm>
            <a:off x="336375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53"/>
        <p:cNvGrpSpPr/>
        <p:nvPr/>
      </p:nvGrpSpPr>
      <p:grpSpPr>
        <a:xfrm>
          <a:off x="0" y="0"/>
          <a:ext cx="0" cy="0"/>
          <a:chOff x="0" y="0"/>
          <a:chExt cx="0" cy="0"/>
        </a:xfrm>
      </p:grpSpPr>
      <p:sp>
        <p:nvSpPr>
          <p:cNvPr id="254" name="Google Shape;254;p40"/>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slide 1" type="title">
  <p:cSld name="TITLE">
    <p:spTree>
      <p:nvGrpSpPr>
        <p:cNvPr id="1" name="Shape 263"/>
        <p:cNvGrpSpPr/>
        <p:nvPr/>
      </p:nvGrpSpPr>
      <p:grpSpPr>
        <a:xfrm>
          <a:off x="0" y="0"/>
          <a:ext cx="0" cy="0"/>
          <a:chOff x="0" y="0"/>
          <a:chExt cx="0" cy="0"/>
        </a:xfrm>
      </p:grpSpPr>
      <p:sp>
        <p:nvSpPr>
          <p:cNvPr id="264" name="Google Shape;264;p42"/>
          <p:cNvSpPr txBox="1">
            <a:spLocks noGrp="1"/>
          </p:cNvSpPr>
          <p:nvPr>
            <p:ph type="ctrTitle"/>
          </p:nvPr>
        </p:nvSpPr>
        <p:spPr>
          <a:xfrm>
            <a:off x="311700" y="1239060"/>
            <a:ext cx="6089100" cy="17763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accent1"/>
              </a:buClr>
              <a:buSzPts val="5200"/>
              <a:buNone/>
              <a:defRPr sz="5200">
                <a:solidFill>
                  <a:schemeClr val="accent1"/>
                </a:solidFill>
              </a:defRPr>
            </a:lvl1pPr>
            <a:lvl2pPr lvl="1" algn="l">
              <a:lnSpc>
                <a:spcPct val="100000"/>
              </a:lnSpc>
              <a:spcBef>
                <a:spcPts val="0"/>
              </a:spcBef>
              <a:spcAft>
                <a:spcPts val="0"/>
              </a:spcAft>
              <a:buClr>
                <a:schemeClr val="accent1"/>
              </a:buClr>
              <a:buSzPts val="5200"/>
              <a:buNone/>
              <a:defRPr sz="5200">
                <a:solidFill>
                  <a:schemeClr val="accent1"/>
                </a:solidFill>
              </a:defRPr>
            </a:lvl2pPr>
            <a:lvl3pPr lvl="2" algn="l">
              <a:lnSpc>
                <a:spcPct val="100000"/>
              </a:lnSpc>
              <a:spcBef>
                <a:spcPts val="0"/>
              </a:spcBef>
              <a:spcAft>
                <a:spcPts val="0"/>
              </a:spcAft>
              <a:buClr>
                <a:schemeClr val="accent1"/>
              </a:buClr>
              <a:buSzPts val="5200"/>
              <a:buNone/>
              <a:defRPr sz="5200">
                <a:solidFill>
                  <a:schemeClr val="accent1"/>
                </a:solidFill>
              </a:defRPr>
            </a:lvl3pPr>
            <a:lvl4pPr lvl="3" algn="l">
              <a:lnSpc>
                <a:spcPct val="100000"/>
              </a:lnSpc>
              <a:spcBef>
                <a:spcPts val="0"/>
              </a:spcBef>
              <a:spcAft>
                <a:spcPts val="0"/>
              </a:spcAft>
              <a:buClr>
                <a:schemeClr val="accent1"/>
              </a:buClr>
              <a:buSzPts val="5200"/>
              <a:buNone/>
              <a:defRPr sz="5200">
                <a:solidFill>
                  <a:schemeClr val="accent1"/>
                </a:solidFill>
              </a:defRPr>
            </a:lvl4pPr>
            <a:lvl5pPr lvl="4" algn="l">
              <a:lnSpc>
                <a:spcPct val="100000"/>
              </a:lnSpc>
              <a:spcBef>
                <a:spcPts val="0"/>
              </a:spcBef>
              <a:spcAft>
                <a:spcPts val="0"/>
              </a:spcAft>
              <a:buClr>
                <a:schemeClr val="accent1"/>
              </a:buClr>
              <a:buSzPts val="5200"/>
              <a:buNone/>
              <a:defRPr sz="5200">
                <a:solidFill>
                  <a:schemeClr val="accent1"/>
                </a:solidFill>
              </a:defRPr>
            </a:lvl5pPr>
            <a:lvl6pPr lvl="5" algn="l">
              <a:lnSpc>
                <a:spcPct val="100000"/>
              </a:lnSpc>
              <a:spcBef>
                <a:spcPts val="0"/>
              </a:spcBef>
              <a:spcAft>
                <a:spcPts val="0"/>
              </a:spcAft>
              <a:buClr>
                <a:schemeClr val="accent1"/>
              </a:buClr>
              <a:buSzPts val="5200"/>
              <a:buNone/>
              <a:defRPr sz="5200">
                <a:solidFill>
                  <a:schemeClr val="accent1"/>
                </a:solidFill>
              </a:defRPr>
            </a:lvl6pPr>
            <a:lvl7pPr lvl="6" algn="l">
              <a:lnSpc>
                <a:spcPct val="100000"/>
              </a:lnSpc>
              <a:spcBef>
                <a:spcPts val="0"/>
              </a:spcBef>
              <a:spcAft>
                <a:spcPts val="0"/>
              </a:spcAft>
              <a:buClr>
                <a:schemeClr val="accent1"/>
              </a:buClr>
              <a:buSzPts val="5200"/>
              <a:buNone/>
              <a:defRPr sz="5200">
                <a:solidFill>
                  <a:schemeClr val="accent1"/>
                </a:solidFill>
              </a:defRPr>
            </a:lvl7pPr>
            <a:lvl8pPr lvl="7" algn="l">
              <a:lnSpc>
                <a:spcPct val="100000"/>
              </a:lnSpc>
              <a:spcBef>
                <a:spcPts val="0"/>
              </a:spcBef>
              <a:spcAft>
                <a:spcPts val="0"/>
              </a:spcAft>
              <a:buClr>
                <a:schemeClr val="accent1"/>
              </a:buClr>
              <a:buSzPts val="5200"/>
              <a:buNone/>
              <a:defRPr sz="5200">
                <a:solidFill>
                  <a:schemeClr val="accent1"/>
                </a:solidFill>
              </a:defRPr>
            </a:lvl8pPr>
            <a:lvl9pPr lvl="8" algn="l">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265" name="Google Shape;265;p42"/>
          <p:cNvSpPr txBox="1">
            <a:spLocks noGrp="1"/>
          </p:cNvSpPr>
          <p:nvPr>
            <p:ph type="subTitle" idx="1"/>
          </p:nvPr>
        </p:nvSpPr>
        <p:spPr>
          <a:xfrm>
            <a:off x="311700" y="3015350"/>
            <a:ext cx="60891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Clr>
                <a:schemeClr val="accent1"/>
              </a:buClr>
              <a:buSzPts val="2800"/>
              <a:buNone/>
              <a:defRPr sz="2800">
                <a:solidFill>
                  <a:schemeClr val="accent1"/>
                </a:solidFill>
              </a:defRPr>
            </a:lvl2pPr>
            <a:lvl3pPr lvl="2" algn="ctr">
              <a:lnSpc>
                <a:spcPct val="100000"/>
              </a:lnSpc>
              <a:spcBef>
                <a:spcPts val="0"/>
              </a:spcBef>
              <a:spcAft>
                <a:spcPts val="0"/>
              </a:spcAft>
              <a:buClr>
                <a:schemeClr val="accent1"/>
              </a:buClr>
              <a:buSzPts val="2800"/>
              <a:buNone/>
              <a:defRPr sz="2800">
                <a:solidFill>
                  <a:schemeClr val="accent1"/>
                </a:solidFill>
              </a:defRPr>
            </a:lvl3pPr>
            <a:lvl4pPr lvl="3" algn="ctr">
              <a:lnSpc>
                <a:spcPct val="100000"/>
              </a:lnSpc>
              <a:spcBef>
                <a:spcPts val="0"/>
              </a:spcBef>
              <a:spcAft>
                <a:spcPts val="0"/>
              </a:spcAft>
              <a:buClr>
                <a:schemeClr val="accent1"/>
              </a:buClr>
              <a:buSzPts val="2800"/>
              <a:buNone/>
              <a:defRPr sz="2800">
                <a:solidFill>
                  <a:schemeClr val="accent1"/>
                </a:solidFill>
              </a:defRPr>
            </a:lvl4pPr>
            <a:lvl5pPr lvl="4" algn="ctr">
              <a:lnSpc>
                <a:spcPct val="100000"/>
              </a:lnSpc>
              <a:spcBef>
                <a:spcPts val="0"/>
              </a:spcBef>
              <a:spcAft>
                <a:spcPts val="0"/>
              </a:spcAft>
              <a:buClr>
                <a:schemeClr val="accent1"/>
              </a:buClr>
              <a:buSzPts val="2800"/>
              <a:buNone/>
              <a:defRPr sz="2800">
                <a:solidFill>
                  <a:schemeClr val="accent1"/>
                </a:solidFill>
              </a:defRPr>
            </a:lvl5pPr>
            <a:lvl6pPr lvl="5" algn="ctr">
              <a:lnSpc>
                <a:spcPct val="100000"/>
              </a:lnSpc>
              <a:spcBef>
                <a:spcPts val="0"/>
              </a:spcBef>
              <a:spcAft>
                <a:spcPts val="0"/>
              </a:spcAft>
              <a:buClr>
                <a:schemeClr val="accent1"/>
              </a:buClr>
              <a:buSzPts val="2800"/>
              <a:buNone/>
              <a:defRPr sz="2800">
                <a:solidFill>
                  <a:schemeClr val="accent1"/>
                </a:solidFill>
              </a:defRPr>
            </a:lvl6pPr>
            <a:lvl7pPr lvl="6" algn="ctr">
              <a:lnSpc>
                <a:spcPct val="100000"/>
              </a:lnSpc>
              <a:spcBef>
                <a:spcPts val="0"/>
              </a:spcBef>
              <a:spcAft>
                <a:spcPts val="0"/>
              </a:spcAft>
              <a:buClr>
                <a:schemeClr val="accent1"/>
              </a:buClr>
              <a:buSzPts val="2800"/>
              <a:buNone/>
              <a:defRPr sz="2800">
                <a:solidFill>
                  <a:schemeClr val="accent1"/>
                </a:solidFill>
              </a:defRPr>
            </a:lvl7pPr>
            <a:lvl8pPr lvl="7" algn="ctr">
              <a:lnSpc>
                <a:spcPct val="100000"/>
              </a:lnSpc>
              <a:spcBef>
                <a:spcPts val="0"/>
              </a:spcBef>
              <a:spcAft>
                <a:spcPts val="0"/>
              </a:spcAft>
              <a:buClr>
                <a:schemeClr val="accent1"/>
              </a:buClr>
              <a:buSzPts val="2800"/>
              <a:buNone/>
              <a:defRPr sz="2800">
                <a:solidFill>
                  <a:schemeClr val="accent1"/>
                </a:solidFill>
              </a:defRPr>
            </a:lvl8pPr>
            <a:lvl9pPr lvl="8" algn="ctr">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266" name="Google Shape;266;p42"/>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grpSp>
        <p:nvGrpSpPr>
          <p:cNvPr id="267" name="Google Shape;267;p42"/>
          <p:cNvGrpSpPr/>
          <p:nvPr/>
        </p:nvGrpSpPr>
        <p:grpSpPr>
          <a:xfrm>
            <a:off x="311726" y="342910"/>
            <a:ext cx="2560500" cy="520800"/>
            <a:chOff x="311726" y="342910"/>
            <a:chExt cx="2560500" cy="520800"/>
          </a:xfrm>
        </p:grpSpPr>
        <p:sp>
          <p:nvSpPr>
            <p:cNvPr id="268" name="Google Shape;268;p42"/>
            <p:cNvSpPr/>
            <p:nvPr/>
          </p:nvSpPr>
          <p:spPr>
            <a:xfrm>
              <a:off x="311726" y="342910"/>
              <a:ext cx="2560500" cy="520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9" name="Google Shape;269;p42"/>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
        <p:nvSpPr>
          <p:cNvPr id="270" name="Google Shape;270;p42"/>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42"/>
          <p:cNvSpPr/>
          <p:nvPr/>
        </p:nvSpPr>
        <p:spPr>
          <a:xfrm>
            <a:off x="7000" y="-7000"/>
            <a:ext cx="9144000" cy="255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42"/>
          <p:cNvSpPr/>
          <p:nvPr/>
        </p:nvSpPr>
        <p:spPr>
          <a:xfrm>
            <a:off x="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42"/>
          <p:cNvSpPr/>
          <p:nvPr/>
        </p:nvSpPr>
        <p:spPr>
          <a:xfrm>
            <a:off x="893140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42"/>
          <p:cNvSpPr/>
          <p:nvPr/>
        </p:nvSpPr>
        <p:spPr>
          <a:xfrm>
            <a:off x="7000" y="4798125"/>
            <a:ext cx="9144000" cy="35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42"/>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276" name="Google Shape;276;p42"/>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65"/>
              <a:buFont typeface="Arial"/>
              <a:buNone/>
            </a:pPr>
            <a:r>
              <a:rPr lang="en" sz="1000" b="1" i="0" u="none" strike="noStrike" cap="none">
                <a:solidFill>
                  <a:schemeClr val="lt1"/>
                </a:solidFill>
                <a:latin typeface="Assistant"/>
                <a:ea typeface="Assistant"/>
                <a:cs typeface="Assistant"/>
                <a:sym typeface="Assistant"/>
              </a:rPr>
              <a:t>We use tech to connect human potential and opportunity with dignity &amp; humility   </a:t>
            </a:r>
            <a:endParaRPr sz="1000" b="1" i="0" u="none" strike="noStrike" cap="none">
              <a:solidFill>
                <a:schemeClr val="lt1"/>
              </a:solidFill>
              <a:latin typeface="Assistant"/>
              <a:ea typeface="Assistant"/>
              <a:cs typeface="Assistant"/>
              <a:sym typeface="Assistant"/>
            </a:endParaRPr>
          </a:p>
        </p:txBody>
      </p:sp>
      <p:sp>
        <p:nvSpPr>
          <p:cNvPr id="277" name="Google Shape;277;p42"/>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body 1" type="tx">
  <p:cSld name="TITLE_AND_BODY">
    <p:spTree>
      <p:nvGrpSpPr>
        <p:cNvPr id="1" name="Shape 278"/>
        <p:cNvGrpSpPr/>
        <p:nvPr/>
      </p:nvGrpSpPr>
      <p:grpSpPr>
        <a:xfrm>
          <a:off x="0" y="0"/>
          <a:ext cx="0" cy="0"/>
          <a:chOff x="0" y="0"/>
          <a:chExt cx="0" cy="0"/>
        </a:xfrm>
      </p:grpSpPr>
      <p:sp>
        <p:nvSpPr>
          <p:cNvPr id="279" name="Google Shape;279;p43"/>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80" name="Google Shape;280;p43"/>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281" name="Google Shape;281;p43"/>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ection header 1" type="secHead">
  <p:cSld name="SECTION_HEADER">
    <p:bg>
      <p:bgPr>
        <a:noFill/>
        <a:effectLst/>
      </p:bgPr>
    </p:bg>
    <p:spTree>
      <p:nvGrpSpPr>
        <p:cNvPr id="1" name="Shape 282"/>
        <p:cNvGrpSpPr/>
        <p:nvPr/>
      </p:nvGrpSpPr>
      <p:grpSpPr>
        <a:xfrm>
          <a:off x="0" y="0"/>
          <a:ext cx="0" cy="0"/>
          <a:chOff x="0" y="0"/>
          <a:chExt cx="0" cy="0"/>
        </a:xfrm>
      </p:grpSpPr>
      <p:sp>
        <p:nvSpPr>
          <p:cNvPr id="283" name="Google Shape;283;p44"/>
          <p:cNvSpPr/>
          <p:nvPr/>
        </p:nvSpPr>
        <p:spPr>
          <a:xfrm>
            <a:off x="0" y="0"/>
            <a:ext cx="9144000" cy="5143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4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85" name="Google Shape;285;p44"/>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slide 2">
  <p:cSld name="TITLE_1">
    <p:spTree>
      <p:nvGrpSpPr>
        <p:cNvPr id="1" name="Shape 286"/>
        <p:cNvGrpSpPr/>
        <p:nvPr/>
      </p:nvGrpSpPr>
      <p:grpSpPr>
        <a:xfrm>
          <a:off x="0" y="0"/>
          <a:ext cx="0" cy="0"/>
          <a:chOff x="0" y="0"/>
          <a:chExt cx="0" cy="0"/>
        </a:xfrm>
      </p:grpSpPr>
      <p:sp>
        <p:nvSpPr>
          <p:cNvPr id="287" name="Google Shape;287;p45"/>
          <p:cNvSpPr txBox="1">
            <a:spLocks noGrp="1"/>
          </p:cNvSpPr>
          <p:nvPr>
            <p:ph type="ctrTitle"/>
          </p:nvPr>
        </p:nvSpPr>
        <p:spPr>
          <a:xfrm>
            <a:off x="311725" y="1243584"/>
            <a:ext cx="6089100" cy="17763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accent1"/>
              </a:buClr>
              <a:buSzPts val="5200"/>
              <a:buNone/>
              <a:defRPr sz="5200">
                <a:solidFill>
                  <a:schemeClr val="accent1"/>
                </a:solidFill>
              </a:defRPr>
            </a:lvl1pPr>
            <a:lvl2pPr lvl="1" algn="l">
              <a:lnSpc>
                <a:spcPct val="100000"/>
              </a:lnSpc>
              <a:spcBef>
                <a:spcPts val="0"/>
              </a:spcBef>
              <a:spcAft>
                <a:spcPts val="0"/>
              </a:spcAft>
              <a:buClr>
                <a:schemeClr val="accent1"/>
              </a:buClr>
              <a:buSzPts val="5200"/>
              <a:buNone/>
              <a:defRPr sz="5200">
                <a:solidFill>
                  <a:schemeClr val="accent1"/>
                </a:solidFill>
              </a:defRPr>
            </a:lvl2pPr>
            <a:lvl3pPr lvl="2" algn="l">
              <a:lnSpc>
                <a:spcPct val="100000"/>
              </a:lnSpc>
              <a:spcBef>
                <a:spcPts val="0"/>
              </a:spcBef>
              <a:spcAft>
                <a:spcPts val="0"/>
              </a:spcAft>
              <a:buClr>
                <a:schemeClr val="accent1"/>
              </a:buClr>
              <a:buSzPts val="5200"/>
              <a:buNone/>
              <a:defRPr sz="5200">
                <a:solidFill>
                  <a:schemeClr val="accent1"/>
                </a:solidFill>
              </a:defRPr>
            </a:lvl3pPr>
            <a:lvl4pPr lvl="3" algn="l">
              <a:lnSpc>
                <a:spcPct val="100000"/>
              </a:lnSpc>
              <a:spcBef>
                <a:spcPts val="0"/>
              </a:spcBef>
              <a:spcAft>
                <a:spcPts val="0"/>
              </a:spcAft>
              <a:buClr>
                <a:schemeClr val="accent1"/>
              </a:buClr>
              <a:buSzPts val="5200"/>
              <a:buNone/>
              <a:defRPr sz="5200">
                <a:solidFill>
                  <a:schemeClr val="accent1"/>
                </a:solidFill>
              </a:defRPr>
            </a:lvl4pPr>
            <a:lvl5pPr lvl="4" algn="l">
              <a:lnSpc>
                <a:spcPct val="100000"/>
              </a:lnSpc>
              <a:spcBef>
                <a:spcPts val="0"/>
              </a:spcBef>
              <a:spcAft>
                <a:spcPts val="0"/>
              </a:spcAft>
              <a:buClr>
                <a:schemeClr val="accent1"/>
              </a:buClr>
              <a:buSzPts val="5200"/>
              <a:buNone/>
              <a:defRPr sz="5200">
                <a:solidFill>
                  <a:schemeClr val="accent1"/>
                </a:solidFill>
              </a:defRPr>
            </a:lvl5pPr>
            <a:lvl6pPr lvl="5" algn="l">
              <a:lnSpc>
                <a:spcPct val="100000"/>
              </a:lnSpc>
              <a:spcBef>
                <a:spcPts val="0"/>
              </a:spcBef>
              <a:spcAft>
                <a:spcPts val="0"/>
              </a:spcAft>
              <a:buClr>
                <a:schemeClr val="accent1"/>
              </a:buClr>
              <a:buSzPts val="5200"/>
              <a:buNone/>
              <a:defRPr sz="5200">
                <a:solidFill>
                  <a:schemeClr val="accent1"/>
                </a:solidFill>
              </a:defRPr>
            </a:lvl6pPr>
            <a:lvl7pPr lvl="6" algn="l">
              <a:lnSpc>
                <a:spcPct val="100000"/>
              </a:lnSpc>
              <a:spcBef>
                <a:spcPts val="0"/>
              </a:spcBef>
              <a:spcAft>
                <a:spcPts val="0"/>
              </a:spcAft>
              <a:buClr>
                <a:schemeClr val="accent1"/>
              </a:buClr>
              <a:buSzPts val="5200"/>
              <a:buNone/>
              <a:defRPr sz="5200">
                <a:solidFill>
                  <a:schemeClr val="accent1"/>
                </a:solidFill>
              </a:defRPr>
            </a:lvl7pPr>
            <a:lvl8pPr lvl="7" algn="l">
              <a:lnSpc>
                <a:spcPct val="100000"/>
              </a:lnSpc>
              <a:spcBef>
                <a:spcPts val="0"/>
              </a:spcBef>
              <a:spcAft>
                <a:spcPts val="0"/>
              </a:spcAft>
              <a:buClr>
                <a:schemeClr val="accent1"/>
              </a:buClr>
              <a:buSzPts val="5200"/>
              <a:buNone/>
              <a:defRPr sz="5200">
                <a:solidFill>
                  <a:schemeClr val="accent1"/>
                </a:solidFill>
              </a:defRPr>
            </a:lvl8pPr>
            <a:lvl9pPr lvl="8" algn="l">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288" name="Google Shape;288;p45"/>
          <p:cNvSpPr txBox="1">
            <a:spLocks noGrp="1"/>
          </p:cNvSpPr>
          <p:nvPr>
            <p:ph type="subTitle" idx="1"/>
          </p:nvPr>
        </p:nvSpPr>
        <p:spPr>
          <a:xfrm>
            <a:off x="311725" y="3019874"/>
            <a:ext cx="60891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Clr>
                <a:schemeClr val="accent1"/>
              </a:buClr>
              <a:buSzPts val="2800"/>
              <a:buNone/>
              <a:defRPr sz="2800">
                <a:solidFill>
                  <a:schemeClr val="accent1"/>
                </a:solidFill>
              </a:defRPr>
            </a:lvl2pPr>
            <a:lvl3pPr lvl="2" algn="ctr">
              <a:lnSpc>
                <a:spcPct val="100000"/>
              </a:lnSpc>
              <a:spcBef>
                <a:spcPts val="0"/>
              </a:spcBef>
              <a:spcAft>
                <a:spcPts val="0"/>
              </a:spcAft>
              <a:buClr>
                <a:schemeClr val="accent1"/>
              </a:buClr>
              <a:buSzPts val="2800"/>
              <a:buNone/>
              <a:defRPr sz="2800">
                <a:solidFill>
                  <a:schemeClr val="accent1"/>
                </a:solidFill>
              </a:defRPr>
            </a:lvl3pPr>
            <a:lvl4pPr lvl="3" algn="ctr">
              <a:lnSpc>
                <a:spcPct val="100000"/>
              </a:lnSpc>
              <a:spcBef>
                <a:spcPts val="0"/>
              </a:spcBef>
              <a:spcAft>
                <a:spcPts val="0"/>
              </a:spcAft>
              <a:buClr>
                <a:schemeClr val="accent1"/>
              </a:buClr>
              <a:buSzPts val="2800"/>
              <a:buNone/>
              <a:defRPr sz="2800">
                <a:solidFill>
                  <a:schemeClr val="accent1"/>
                </a:solidFill>
              </a:defRPr>
            </a:lvl4pPr>
            <a:lvl5pPr lvl="4" algn="ctr">
              <a:lnSpc>
                <a:spcPct val="100000"/>
              </a:lnSpc>
              <a:spcBef>
                <a:spcPts val="0"/>
              </a:spcBef>
              <a:spcAft>
                <a:spcPts val="0"/>
              </a:spcAft>
              <a:buClr>
                <a:schemeClr val="accent1"/>
              </a:buClr>
              <a:buSzPts val="2800"/>
              <a:buNone/>
              <a:defRPr sz="2800">
                <a:solidFill>
                  <a:schemeClr val="accent1"/>
                </a:solidFill>
              </a:defRPr>
            </a:lvl5pPr>
            <a:lvl6pPr lvl="5" algn="ctr">
              <a:lnSpc>
                <a:spcPct val="100000"/>
              </a:lnSpc>
              <a:spcBef>
                <a:spcPts val="0"/>
              </a:spcBef>
              <a:spcAft>
                <a:spcPts val="0"/>
              </a:spcAft>
              <a:buClr>
                <a:schemeClr val="accent1"/>
              </a:buClr>
              <a:buSzPts val="2800"/>
              <a:buNone/>
              <a:defRPr sz="2800">
                <a:solidFill>
                  <a:schemeClr val="accent1"/>
                </a:solidFill>
              </a:defRPr>
            </a:lvl6pPr>
            <a:lvl7pPr lvl="6" algn="ctr">
              <a:lnSpc>
                <a:spcPct val="100000"/>
              </a:lnSpc>
              <a:spcBef>
                <a:spcPts val="0"/>
              </a:spcBef>
              <a:spcAft>
                <a:spcPts val="0"/>
              </a:spcAft>
              <a:buClr>
                <a:schemeClr val="accent1"/>
              </a:buClr>
              <a:buSzPts val="2800"/>
              <a:buNone/>
              <a:defRPr sz="2800">
                <a:solidFill>
                  <a:schemeClr val="accent1"/>
                </a:solidFill>
              </a:defRPr>
            </a:lvl7pPr>
            <a:lvl8pPr lvl="7" algn="ctr">
              <a:lnSpc>
                <a:spcPct val="100000"/>
              </a:lnSpc>
              <a:spcBef>
                <a:spcPts val="0"/>
              </a:spcBef>
              <a:spcAft>
                <a:spcPts val="0"/>
              </a:spcAft>
              <a:buClr>
                <a:schemeClr val="accent1"/>
              </a:buClr>
              <a:buSzPts val="2800"/>
              <a:buNone/>
              <a:defRPr sz="2800">
                <a:solidFill>
                  <a:schemeClr val="accent1"/>
                </a:solidFill>
              </a:defRPr>
            </a:lvl8pPr>
            <a:lvl9pPr lvl="8" algn="ctr">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289" name="Google Shape;289;p45"/>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290" name="Google Shape;290;p45"/>
          <p:cNvSpPr/>
          <p:nvPr/>
        </p:nvSpPr>
        <p:spPr>
          <a:xfrm>
            <a:off x="0" y="1243584"/>
            <a:ext cx="128100" cy="2568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p45"/>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292" name="Google Shape;292;p45"/>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65"/>
              <a:buFont typeface="Arial"/>
              <a:buNone/>
            </a:pPr>
            <a:r>
              <a:rPr lang="en" sz="1000" b="1" i="0" u="none" strike="noStrike" cap="none">
                <a:solidFill>
                  <a:schemeClr val="lt1"/>
                </a:solidFill>
                <a:latin typeface="Assistant"/>
                <a:ea typeface="Assistant"/>
                <a:cs typeface="Assistant"/>
                <a:sym typeface="Assistant"/>
              </a:rPr>
              <a:t>We use tech to connect human potential and opportunity with dignity &amp; humility   </a:t>
            </a:r>
            <a:endParaRPr sz="1000" b="1" i="0" u="none" strike="noStrike" cap="none">
              <a:solidFill>
                <a:schemeClr val="lt1"/>
              </a:solidFill>
              <a:latin typeface="Assistant"/>
              <a:ea typeface="Assistant"/>
              <a:cs typeface="Assistant"/>
              <a:sym typeface="Assistant"/>
            </a:endParaRPr>
          </a:p>
        </p:txBody>
      </p:sp>
      <p:sp>
        <p:nvSpPr>
          <p:cNvPr id="293" name="Google Shape;293;p45"/>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
        <p:nvSpPr>
          <p:cNvPr id="294" name="Google Shape;294;p45"/>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95" name="Google Shape;295;p45"/>
          <p:cNvGrpSpPr/>
          <p:nvPr/>
        </p:nvGrpSpPr>
        <p:grpSpPr>
          <a:xfrm>
            <a:off x="311726" y="342910"/>
            <a:ext cx="2560500" cy="520800"/>
            <a:chOff x="311726" y="342910"/>
            <a:chExt cx="2560500" cy="520800"/>
          </a:xfrm>
        </p:grpSpPr>
        <p:sp>
          <p:nvSpPr>
            <p:cNvPr id="296" name="Google Shape;296;p45"/>
            <p:cNvSpPr/>
            <p:nvPr/>
          </p:nvSpPr>
          <p:spPr>
            <a:xfrm>
              <a:off x="311726" y="342910"/>
              <a:ext cx="2560500" cy="520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97" name="Google Shape;297;p45"/>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ection header 2">
  <p:cSld name="SECTION_HEADER_1">
    <p:bg>
      <p:bgPr>
        <a:noFill/>
        <a:effectLst/>
      </p:bgPr>
    </p:bg>
    <p:spTree>
      <p:nvGrpSpPr>
        <p:cNvPr id="1" name="Shape 298"/>
        <p:cNvGrpSpPr/>
        <p:nvPr/>
      </p:nvGrpSpPr>
      <p:grpSpPr>
        <a:xfrm>
          <a:off x="0" y="0"/>
          <a:ext cx="0" cy="0"/>
          <a:chOff x="0" y="0"/>
          <a:chExt cx="0" cy="0"/>
        </a:xfrm>
      </p:grpSpPr>
      <p:sp>
        <p:nvSpPr>
          <p:cNvPr id="299" name="Google Shape;299;p46"/>
          <p:cNvSpPr/>
          <p:nvPr/>
        </p:nvSpPr>
        <p:spPr>
          <a:xfrm>
            <a:off x="7000" y="4663200"/>
            <a:ext cx="9144000" cy="491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46"/>
          <p:cNvSpPr/>
          <p:nvPr/>
        </p:nvSpPr>
        <p:spPr>
          <a:xfrm>
            <a:off x="7000" y="-7000"/>
            <a:ext cx="9144000" cy="3498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46"/>
          <p:cNvSpPr/>
          <p:nvPr/>
        </p:nvSpPr>
        <p:spPr>
          <a:xfrm>
            <a:off x="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46"/>
          <p:cNvSpPr/>
          <p:nvPr/>
        </p:nvSpPr>
        <p:spPr>
          <a:xfrm>
            <a:off x="883930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46"/>
          <p:cNvSpPr txBox="1">
            <a:spLocks noGrp="1"/>
          </p:cNvSpPr>
          <p:nvPr>
            <p:ph type="title"/>
          </p:nvPr>
        </p:nvSpPr>
        <p:spPr>
          <a:xfrm>
            <a:off x="311700" y="214884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04" name="Google Shape;304;p46"/>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ection header 2">
  <p:cSld name="SECTION_HEADER_1_1">
    <p:bg>
      <p:bgPr>
        <a:noFill/>
        <a:effectLst/>
      </p:bgPr>
    </p:bg>
    <p:spTree>
      <p:nvGrpSpPr>
        <p:cNvPr id="1" name="Shape 305"/>
        <p:cNvGrpSpPr/>
        <p:nvPr/>
      </p:nvGrpSpPr>
      <p:grpSpPr>
        <a:xfrm>
          <a:off x="0" y="0"/>
          <a:ext cx="0" cy="0"/>
          <a:chOff x="0" y="0"/>
          <a:chExt cx="0" cy="0"/>
        </a:xfrm>
      </p:grpSpPr>
      <p:sp>
        <p:nvSpPr>
          <p:cNvPr id="306" name="Google Shape;306;p47"/>
          <p:cNvSpPr/>
          <p:nvPr/>
        </p:nvSpPr>
        <p:spPr>
          <a:xfrm>
            <a:off x="7000" y="4663225"/>
            <a:ext cx="9144000" cy="4917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47"/>
          <p:cNvSpPr/>
          <p:nvPr/>
        </p:nvSpPr>
        <p:spPr>
          <a:xfrm>
            <a:off x="7000" y="-7000"/>
            <a:ext cx="9144000" cy="3498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47"/>
          <p:cNvSpPr/>
          <p:nvPr/>
        </p:nvSpPr>
        <p:spPr>
          <a:xfrm>
            <a:off x="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47"/>
          <p:cNvSpPr/>
          <p:nvPr/>
        </p:nvSpPr>
        <p:spPr>
          <a:xfrm>
            <a:off x="883930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4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11" name="Google Shape;311;p47"/>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body 2">
  <p:cSld name="TITLE_AND_BODY_1">
    <p:spTree>
      <p:nvGrpSpPr>
        <p:cNvPr id="1" name="Shape 312"/>
        <p:cNvGrpSpPr/>
        <p:nvPr/>
      </p:nvGrpSpPr>
      <p:grpSpPr>
        <a:xfrm>
          <a:off x="0" y="0"/>
          <a:ext cx="0" cy="0"/>
          <a:chOff x="0" y="0"/>
          <a:chExt cx="0" cy="0"/>
        </a:xfrm>
      </p:grpSpPr>
      <p:sp>
        <p:nvSpPr>
          <p:cNvPr id="313" name="Google Shape;313;p48"/>
          <p:cNvSpPr/>
          <p:nvPr/>
        </p:nvSpPr>
        <p:spPr>
          <a:xfrm>
            <a:off x="7000" y="4663225"/>
            <a:ext cx="9144000" cy="4917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 name="Google Shape;314;p48"/>
          <p:cNvSpPr/>
          <p:nvPr/>
        </p:nvSpPr>
        <p:spPr>
          <a:xfrm>
            <a:off x="7000" y="-7000"/>
            <a:ext cx="9144000" cy="3498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48"/>
          <p:cNvSpPr/>
          <p:nvPr/>
        </p:nvSpPr>
        <p:spPr>
          <a:xfrm>
            <a:off x="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48"/>
          <p:cNvSpPr/>
          <p:nvPr/>
        </p:nvSpPr>
        <p:spPr>
          <a:xfrm>
            <a:off x="883930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48"/>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18" name="Google Shape;318;p48"/>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319" name="Google Shape;319;p48"/>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body 3">
  <p:cSld name="TITLE_AND_BODY_1_1">
    <p:spTree>
      <p:nvGrpSpPr>
        <p:cNvPr id="1" name="Shape 320"/>
        <p:cNvGrpSpPr/>
        <p:nvPr/>
      </p:nvGrpSpPr>
      <p:grpSpPr>
        <a:xfrm>
          <a:off x="0" y="0"/>
          <a:ext cx="0" cy="0"/>
          <a:chOff x="0" y="0"/>
          <a:chExt cx="0" cy="0"/>
        </a:xfrm>
      </p:grpSpPr>
      <p:sp>
        <p:nvSpPr>
          <p:cNvPr id="321" name="Google Shape;321;p49"/>
          <p:cNvSpPr/>
          <p:nvPr/>
        </p:nvSpPr>
        <p:spPr>
          <a:xfrm>
            <a:off x="7000" y="4663225"/>
            <a:ext cx="9144000" cy="4917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49"/>
          <p:cNvSpPr/>
          <p:nvPr/>
        </p:nvSpPr>
        <p:spPr>
          <a:xfrm>
            <a:off x="7000" y="-7000"/>
            <a:ext cx="9144000" cy="3498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49"/>
          <p:cNvSpPr/>
          <p:nvPr/>
        </p:nvSpPr>
        <p:spPr>
          <a:xfrm>
            <a:off x="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49"/>
          <p:cNvSpPr/>
          <p:nvPr/>
        </p:nvSpPr>
        <p:spPr>
          <a:xfrm>
            <a:off x="883930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49"/>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6" name="Google Shape;326;p49"/>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327" name="Google Shape;327;p49"/>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8"/>
        <p:cNvGrpSpPr/>
        <p:nvPr/>
      </p:nvGrpSpPr>
      <p:grpSpPr>
        <a:xfrm>
          <a:off x="0" y="0"/>
          <a:ext cx="0" cy="0"/>
          <a:chOff x="0" y="0"/>
          <a:chExt cx="0" cy="0"/>
        </a:xfrm>
      </p:grpSpPr>
      <p:sp>
        <p:nvSpPr>
          <p:cNvPr id="329" name="Google Shape;329;p50"/>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0" name="Google Shape;330;p50"/>
          <p:cNvSpPr txBox="1">
            <a:spLocks noGrp="1"/>
          </p:cNvSpPr>
          <p:nvPr>
            <p:ph type="body" idx="1"/>
          </p:nvPr>
        </p:nvSpPr>
        <p:spPr>
          <a:xfrm>
            <a:off x="311700" y="1005850"/>
            <a:ext cx="39999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331" name="Google Shape;331;p50"/>
          <p:cNvSpPr txBox="1">
            <a:spLocks noGrp="1"/>
          </p:cNvSpPr>
          <p:nvPr>
            <p:ph type="body" idx="2"/>
          </p:nvPr>
        </p:nvSpPr>
        <p:spPr>
          <a:xfrm>
            <a:off x="4832400" y="1005850"/>
            <a:ext cx="39999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332" name="Google Shape;332;p50"/>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1" name="Shape 333"/>
        <p:cNvGrpSpPr/>
        <p:nvPr/>
      </p:nvGrpSpPr>
      <p:grpSpPr>
        <a:xfrm>
          <a:off x="0" y="0"/>
          <a:ext cx="0" cy="0"/>
          <a:chOff x="0" y="0"/>
          <a:chExt cx="0" cy="0"/>
        </a:xfrm>
      </p:grpSpPr>
      <p:sp>
        <p:nvSpPr>
          <p:cNvPr id="334" name="Google Shape;334;p51"/>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5" name="Google Shape;335;p51"/>
          <p:cNvSpPr txBox="1">
            <a:spLocks noGrp="1"/>
          </p:cNvSpPr>
          <p:nvPr>
            <p:ph type="body" idx="1"/>
          </p:nvPr>
        </p:nvSpPr>
        <p:spPr>
          <a:xfrm>
            <a:off x="3117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336" name="Google Shape;336;p51"/>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337" name="Google Shape;337;p51"/>
          <p:cNvSpPr txBox="1">
            <a:spLocks noGrp="1"/>
          </p:cNvSpPr>
          <p:nvPr>
            <p:ph type="body" idx="2"/>
          </p:nvPr>
        </p:nvSpPr>
        <p:spPr>
          <a:xfrm>
            <a:off x="61527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338" name="Google Shape;338;p51"/>
          <p:cNvSpPr txBox="1">
            <a:spLocks noGrp="1"/>
          </p:cNvSpPr>
          <p:nvPr>
            <p:ph type="body" idx="3"/>
          </p:nvPr>
        </p:nvSpPr>
        <p:spPr>
          <a:xfrm>
            <a:off x="32322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9"/>
        <p:cNvGrpSpPr/>
        <p:nvPr/>
      </p:nvGrpSpPr>
      <p:grpSpPr>
        <a:xfrm>
          <a:off x="0" y="0"/>
          <a:ext cx="0" cy="0"/>
          <a:chOff x="0" y="0"/>
          <a:chExt cx="0" cy="0"/>
        </a:xfrm>
      </p:grpSpPr>
      <p:sp>
        <p:nvSpPr>
          <p:cNvPr id="340" name="Google Shape;340;p52"/>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41" name="Google Shape;341;p52"/>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2"/>
        <p:cNvGrpSpPr/>
        <p:nvPr/>
      </p:nvGrpSpPr>
      <p:grpSpPr>
        <a:xfrm>
          <a:off x="0" y="0"/>
          <a:ext cx="0" cy="0"/>
          <a:chOff x="0" y="0"/>
          <a:chExt cx="0" cy="0"/>
        </a:xfrm>
      </p:grpSpPr>
      <p:sp>
        <p:nvSpPr>
          <p:cNvPr id="343" name="Google Shape;343;p53"/>
          <p:cNvSpPr txBox="1">
            <a:spLocks noGrp="1"/>
          </p:cNvSpPr>
          <p:nvPr>
            <p:ph type="title"/>
          </p:nvPr>
        </p:nvSpPr>
        <p:spPr>
          <a:xfrm>
            <a:off x="311700" y="342900"/>
            <a:ext cx="2808000" cy="866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44" name="Google Shape;344;p53"/>
          <p:cNvSpPr txBox="1">
            <a:spLocks noGrp="1"/>
          </p:cNvSpPr>
          <p:nvPr>
            <p:ph type="body" idx="1"/>
          </p:nvPr>
        </p:nvSpPr>
        <p:spPr>
          <a:xfrm>
            <a:off x="311700" y="1209300"/>
            <a:ext cx="2808000" cy="34539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345" name="Google Shape;345;p53"/>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6"/>
        <p:cNvGrpSpPr/>
        <p:nvPr/>
      </p:nvGrpSpPr>
      <p:grpSpPr>
        <a:xfrm>
          <a:off x="0" y="0"/>
          <a:ext cx="0" cy="0"/>
          <a:chOff x="0" y="0"/>
          <a:chExt cx="0" cy="0"/>
        </a:xfrm>
      </p:grpSpPr>
      <p:sp>
        <p:nvSpPr>
          <p:cNvPr id="347" name="Google Shape;347;p54"/>
          <p:cNvSpPr txBox="1">
            <a:spLocks noGrp="1"/>
          </p:cNvSpPr>
          <p:nvPr>
            <p:ph type="title"/>
          </p:nvPr>
        </p:nvSpPr>
        <p:spPr>
          <a:xfrm>
            <a:off x="311700" y="342900"/>
            <a:ext cx="6541800" cy="43206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8" name="Google Shape;348;p54"/>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hanks and contact">
  <p:cSld name="MAIN_POINT_1">
    <p:spTree>
      <p:nvGrpSpPr>
        <p:cNvPr id="1" name="Shape 349"/>
        <p:cNvGrpSpPr/>
        <p:nvPr/>
      </p:nvGrpSpPr>
      <p:grpSpPr>
        <a:xfrm>
          <a:off x="0" y="0"/>
          <a:ext cx="0" cy="0"/>
          <a:chOff x="0" y="0"/>
          <a:chExt cx="0" cy="0"/>
        </a:xfrm>
      </p:grpSpPr>
      <p:sp>
        <p:nvSpPr>
          <p:cNvPr id="350" name="Google Shape;350;p55"/>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grpSp>
        <p:nvGrpSpPr>
          <p:cNvPr id="351" name="Google Shape;351;p55"/>
          <p:cNvGrpSpPr/>
          <p:nvPr/>
        </p:nvGrpSpPr>
        <p:grpSpPr>
          <a:xfrm rot="2700000">
            <a:off x="585684" y="481416"/>
            <a:ext cx="694882" cy="564848"/>
            <a:chOff x="919500" y="1916075"/>
            <a:chExt cx="1067700" cy="867900"/>
          </a:xfrm>
        </p:grpSpPr>
        <p:sp>
          <p:nvSpPr>
            <p:cNvPr id="352" name="Google Shape;352;p55"/>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55"/>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54" name="Google Shape;354;p55"/>
          <p:cNvGrpSpPr/>
          <p:nvPr/>
        </p:nvGrpSpPr>
        <p:grpSpPr>
          <a:xfrm rot="8100000">
            <a:off x="7746889" y="3437647"/>
            <a:ext cx="912919" cy="742084"/>
            <a:chOff x="521400" y="3135325"/>
            <a:chExt cx="1067700" cy="867900"/>
          </a:xfrm>
        </p:grpSpPr>
        <p:sp>
          <p:nvSpPr>
            <p:cNvPr id="355" name="Google Shape;355;p55"/>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55"/>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7" name="Google Shape;357;p55"/>
          <p:cNvSpPr txBox="1">
            <a:spLocks noGrp="1"/>
          </p:cNvSpPr>
          <p:nvPr>
            <p:ph type="title"/>
          </p:nvPr>
        </p:nvSpPr>
        <p:spPr>
          <a:xfrm>
            <a:off x="311700" y="342900"/>
            <a:ext cx="8100000" cy="20940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accent1"/>
              </a:buClr>
              <a:buSzPts val="4800"/>
              <a:buNone/>
              <a:defRPr sz="4800">
                <a:solidFill>
                  <a:schemeClr val="accent1"/>
                </a:solidFill>
              </a:defRPr>
            </a:lvl1pPr>
            <a:lvl2pPr lvl="1"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2pPr>
            <a:lvl3pPr lvl="2"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3pPr>
            <a:lvl4pPr lvl="3"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4pPr>
            <a:lvl5pPr lvl="4"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5pPr>
            <a:lvl6pPr lvl="5"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6pPr>
            <a:lvl7pPr lvl="6"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7pPr>
            <a:lvl8pPr lvl="7"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8pPr>
            <a:lvl9pPr lvl="8"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8"/>
        <p:cNvGrpSpPr/>
        <p:nvPr/>
      </p:nvGrpSpPr>
      <p:grpSpPr>
        <a:xfrm>
          <a:off x="0" y="0"/>
          <a:ext cx="0" cy="0"/>
          <a:chOff x="0" y="0"/>
          <a:chExt cx="0" cy="0"/>
        </a:xfrm>
      </p:grpSpPr>
      <p:sp>
        <p:nvSpPr>
          <p:cNvPr id="359" name="Google Shape;359;p56"/>
          <p:cNvSpPr/>
          <p:nvPr/>
        </p:nvSpPr>
        <p:spPr>
          <a:xfrm>
            <a:off x="457200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56"/>
          <p:cNvSpPr txBox="1">
            <a:spLocks noGrp="1"/>
          </p:cNvSpPr>
          <p:nvPr>
            <p:ph type="title"/>
          </p:nvPr>
        </p:nvSpPr>
        <p:spPr>
          <a:xfrm>
            <a:off x="311700" y="679950"/>
            <a:ext cx="3999000" cy="22704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4200"/>
              <a:buNone/>
              <a:defRPr sz="4200"/>
            </a:lvl1pPr>
            <a:lvl2pPr lvl="1" algn="ctr">
              <a:lnSpc>
                <a:spcPct val="100000"/>
              </a:lnSpc>
              <a:spcBef>
                <a:spcPts val="0"/>
              </a:spcBef>
              <a:spcAft>
                <a:spcPts val="0"/>
              </a:spcAft>
              <a:buSzPts val="4200"/>
              <a:buFont typeface="Assistant"/>
              <a:buNone/>
              <a:defRPr sz="4200" b="1">
                <a:latin typeface="Assistant"/>
                <a:ea typeface="Assistant"/>
                <a:cs typeface="Assistant"/>
                <a:sym typeface="Assistant"/>
              </a:defRPr>
            </a:lvl2pPr>
            <a:lvl3pPr lvl="2" algn="ctr">
              <a:lnSpc>
                <a:spcPct val="100000"/>
              </a:lnSpc>
              <a:spcBef>
                <a:spcPts val="0"/>
              </a:spcBef>
              <a:spcAft>
                <a:spcPts val="0"/>
              </a:spcAft>
              <a:buSzPts val="4200"/>
              <a:buFont typeface="Assistant"/>
              <a:buNone/>
              <a:defRPr sz="4200" b="1">
                <a:latin typeface="Assistant"/>
                <a:ea typeface="Assistant"/>
                <a:cs typeface="Assistant"/>
                <a:sym typeface="Assistant"/>
              </a:defRPr>
            </a:lvl3pPr>
            <a:lvl4pPr lvl="3" algn="ctr">
              <a:lnSpc>
                <a:spcPct val="100000"/>
              </a:lnSpc>
              <a:spcBef>
                <a:spcPts val="0"/>
              </a:spcBef>
              <a:spcAft>
                <a:spcPts val="0"/>
              </a:spcAft>
              <a:buSzPts val="4200"/>
              <a:buFont typeface="Assistant"/>
              <a:buNone/>
              <a:defRPr sz="4200" b="1">
                <a:latin typeface="Assistant"/>
                <a:ea typeface="Assistant"/>
                <a:cs typeface="Assistant"/>
                <a:sym typeface="Assistant"/>
              </a:defRPr>
            </a:lvl4pPr>
            <a:lvl5pPr lvl="4" algn="ctr">
              <a:lnSpc>
                <a:spcPct val="100000"/>
              </a:lnSpc>
              <a:spcBef>
                <a:spcPts val="0"/>
              </a:spcBef>
              <a:spcAft>
                <a:spcPts val="0"/>
              </a:spcAft>
              <a:buSzPts val="4200"/>
              <a:buFont typeface="Assistant"/>
              <a:buNone/>
              <a:defRPr sz="4200" b="1">
                <a:latin typeface="Assistant"/>
                <a:ea typeface="Assistant"/>
                <a:cs typeface="Assistant"/>
                <a:sym typeface="Assistant"/>
              </a:defRPr>
            </a:lvl5pPr>
            <a:lvl6pPr lvl="5" algn="ctr">
              <a:lnSpc>
                <a:spcPct val="100000"/>
              </a:lnSpc>
              <a:spcBef>
                <a:spcPts val="0"/>
              </a:spcBef>
              <a:spcAft>
                <a:spcPts val="0"/>
              </a:spcAft>
              <a:buSzPts val="4200"/>
              <a:buFont typeface="Assistant"/>
              <a:buNone/>
              <a:defRPr sz="4200" b="1">
                <a:latin typeface="Assistant"/>
                <a:ea typeface="Assistant"/>
                <a:cs typeface="Assistant"/>
                <a:sym typeface="Assistant"/>
              </a:defRPr>
            </a:lvl6pPr>
            <a:lvl7pPr lvl="6" algn="ctr">
              <a:lnSpc>
                <a:spcPct val="100000"/>
              </a:lnSpc>
              <a:spcBef>
                <a:spcPts val="0"/>
              </a:spcBef>
              <a:spcAft>
                <a:spcPts val="0"/>
              </a:spcAft>
              <a:buSzPts val="4200"/>
              <a:buFont typeface="Assistant"/>
              <a:buNone/>
              <a:defRPr sz="4200" b="1">
                <a:latin typeface="Assistant"/>
                <a:ea typeface="Assistant"/>
                <a:cs typeface="Assistant"/>
                <a:sym typeface="Assistant"/>
              </a:defRPr>
            </a:lvl7pPr>
            <a:lvl8pPr lvl="7" algn="ctr">
              <a:lnSpc>
                <a:spcPct val="100000"/>
              </a:lnSpc>
              <a:spcBef>
                <a:spcPts val="0"/>
              </a:spcBef>
              <a:spcAft>
                <a:spcPts val="0"/>
              </a:spcAft>
              <a:buSzPts val="4200"/>
              <a:buFont typeface="Assistant"/>
              <a:buNone/>
              <a:defRPr sz="4200" b="1">
                <a:latin typeface="Assistant"/>
                <a:ea typeface="Assistant"/>
                <a:cs typeface="Assistant"/>
                <a:sym typeface="Assistant"/>
              </a:defRPr>
            </a:lvl8pPr>
            <a:lvl9pPr lvl="8" algn="ctr">
              <a:lnSpc>
                <a:spcPct val="100000"/>
              </a:lnSpc>
              <a:spcBef>
                <a:spcPts val="0"/>
              </a:spcBef>
              <a:spcAft>
                <a:spcPts val="0"/>
              </a:spcAft>
              <a:buSzPts val="4200"/>
              <a:buFont typeface="Assistant"/>
              <a:buNone/>
              <a:defRPr sz="4200" b="1">
                <a:latin typeface="Assistant"/>
                <a:ea typeface="Assistant"/>
                <a:cs typeface="Assistant"/>
                <a:sym typeface="Assistant"/>
              </a:defRPr>
            </a:lvl9pPr>
          </a:lstStyle>
          <a:p>
            <a:endParaRPr/>
          </a:p>
        </p:txBody>
      </p:sp>
      <p:sp>
        <p:nvSpPr>
          <p:cNvPr id="361" name="Google Shape;361;p56"/>
          <p:cNvSpPr txBox="1">
            <a:spLocks noGrp="1"/>
          </p:cNvSpPr>
          <p:nvPr>
            <p:ph type="subTitle" idx="1"/>
          </p:nvPr>
        </p:nvSpPr>
        <p:spPr>
          <a:xfrm>
            <a:off x="311700" y="2950350"/>
            <a:ext cx="3999000" cy="1235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62" name="Google Shape;362;p56"/>
          <p:cNvSpPr txBox="1">
            <a:spLocks noGrp="1"/>
          </p:cNvSpPr>
          <p:nvPr>
            <p:ph type="body" idx="2"/>
          </p:nvPr>
        </p:nvSpPr>
        <p:spPr>
          <a:xfrm>
            <a:off x="4939500" y="342900"/>
            <a:ext cx="3419400" cy="41796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000"/>
              </a:spcBef>
              <a:spcAft>
                <a:spcPts val="0"/>
              </a:spcAft>
              <a:buClr>
                <a:schemeClr val="lt1"/>
              </a:buClr>
              <a:buSzPts val="1400"/>
              <a:buChar char="○"/>
              <a:defRPr>
                <a:solidFill>
                  <a:schemeClr val="lt1"/>
                </a:solidFill>
              </a:defRPr>
            </a:lvl2pPr>
            <a:lvl3pPr marL="1371600" lvl="2" indent="-317500" algn="l">
              <a:lnSpc>
                <a:spcPct val="115000"/>
              </a:lnSpc>
              <a:spcBef>
                <a:spcPts val="1000"/>
              </a:spcBef>
              <a:spcAft>
                <a:spcPts val="0"/>
              </a:spcAft>
              <a:buClr>
                <a:schemeClr val="lt1"/>
              </a:buClr>
              <a:buSzPts val="1400"/>
              <a:buChar char="■"/>
              <a:defRPr>
                <a:solidFill>
                  <a:schemeClr val="lt1"/>
                </a:solidFill>
              </a:defRPr>
            </a:lvl3pPr>
            <a:lvl4pPr marL="1828800" lvl="3" indent="-317500" algn="l">
              <a:lnSpc>
                <a:spcPct val="115000"/>
              </a:lnSpc>
              <a:spcBef>
                <a:spcPts val="1000"/>
              </a:spcBef>
              <a:spcAft>
                <a:spcPts val="0"/>
              </a:spcAft>
              <a:buClr>
                <a:schemeClr val="lt1"/>
              </a:buClr>
              <a:buSzPts val="1400"/>
              <a:buChar char="●"/>
              <a:defRPr>
                <a:solidFill>
                  <a:schemeClr val="lt1"/>
                </a:solidFill>
              </a:defRPr>
            </a:lvl4pPr>
            <a:lvl5pPr marL="2286000" lvl="4" indent="-317500" algn="l">
              <a:lnSpc>
                <a:spcPct val="115000"/>
              </a:lnSpc>
              <a:spcBef>
                <a:spcPts val="1000"/>
              </a:spcBef>
              <a:spcAft>
                <a:spcPts val="0"/>
              </a:spcAft>
              <a:buClr>
                <a:schemeClr val="lt1"/>
              </a:buClr>
              <a:buSzPts val="1400"/>
              <a:buChar char="○"/>
              <a:defRPr>
                <a:solidFill>
                  <a:schemeClr val="lt1"/>
                </a:solidFill>
              </a:defRPr>
            </a:lvl5pPr>
            <a:lvl6pPr marL="2743200" lvl="5" indent="-317500" algn="l">
              <a:lnSpc>
                <a:spcPct val="115000"/>
              </a:lnSpc>
              <a:spcBef>
                <a:spcPts val="1000"/>
              </a:spcBef>
              <a:spcAft>
                <a:spcPts val="0"/>
              </a:spcAft>
              <a:buClr>
                <a:schemeClr val="lt1"/>
              </a:buClr>
              <a:buSzPts val="1400"/>
              <a:buChar char="■"/>
              <a:defRPr>
                <a:solidFill>
                  <a:schemeClr val="lt1"/>
                </a:solidFill>
              </a:defRPr>
            </a:lvl6pPr>
            <a:lvl7pPr marL="3200400" lvl="6" indent="-317500" algn="l">
              <a:lnSpc>
                <a:spcPct val="115000"/>
              </a:lnSpc>
              <a:spcBef>
                <a:spcPts val="1000"/>
              </a:spcBef>
              <a:spcAft>
                <a:spcPts val="0"/>
              </a:spcAft>
              <a:buClr>
                <a:schemeClr val="lt1"/>
              </a:buClr>
              <a:buSzPts val="1400"/>
              <a:buChar char="●"/>
              <a:defRPr>
                <a:solidFill>
                  <a:schemeClr val="lt1"/>
                </a:solidFill>
              </a:defRPr>
            </a:lvl7pPr>
            <a:lvl8pPr marL="3657600" lvl="7" indent="-317500" algn="l">
              <a:lnSpc>
                <a:spcPct val="115000"/>
              </a:lnSpc>
              <a:spcBef>
                <a:spcPts val="1000"/>
              </a:spcBef>
              <a:spcAft>
                <a:spcPts val="0"/>
              </a:spcAft>
              <a:buClr>
                <a:schemeClr val="lt1"/>
              </a:buClr>
              <a:buSzPts val="1400"/>
              <a:buChar char="○"/>
              <a:defRPr>
                <a:solidFill>
                  <a:schemeClr val="lt1"/>
                </a:solidFill>
              </a:defRPr>
            </a:lvl8pPr>
            <a:lvl9pPr marL="4114800" lvl="8" indent="-317500" algn="l">
              <a:lnSpc>
                <a:spcPct val="115000"/>
              </a:lnSpc>
              <a:spcBef>
                <a:spcPts val="1000"/>
              </a:spcBef>
              <a:spcAft>
                <a:spcPts val="1000"/>
              </a:spcAft>
              <a:buClr>
                <a:schemeClr val="lt1"/>
              </a:buClr>
              <a:buSzPts val="1400"/>
              <a:buChar char="■"/>
              <a:defRPr>
                <a:solidFill>
                  <a:schemeClr val="lt1"/>
                </a:solidFill>
              </a:defRPr>
            </a:lvl9pPr>
          </a:lstStyle>
          <a:p>
            <a:endParaRPr/>
          </a:p>
        </p:txBody>
      </p:sp>
      <p:sp>
        <p:nvSpPr>
          <p:cNvPr id="363" name="Google Shape;363;p56"/>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64"/>
        <p:cNvGrpSpPr/>
        <p:nvPr/>
      </p:nvGrpSpPr>
      <p:grpSpPr>
        <a:xfrm>
          <a:off x="0" y="0"/>
          <a:ext cx="0" cy="0"/>
          <a:chOff x="0" y="0"/>
          <a:chExt cx="0" cy="0"/>
        </a:xfrm>
      </p:grpSpPr>
      <p:sp>
        <p:nvSpPr>
          <p:cNvPr id="365" name="Google Shape;365;p57"/>
          <p:cNvSpPr txBox="1">
            <a:spLocks noGrp="1"/>
          </p:cNvSpPr>
          <p:nvPr>
            <p:ph type="body" idx="1"/>
          </p:nvPr>
        </p:nvSpPr>
        <p:spPr>
          <a:xfrm>
            <a:off x="311700" y="4663200"/>
            <a:ext cx="7082100" cy="4803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000"/>
              <a:buNone/>
              <a:defRPr sz="1000"/>
            </a:lvl1pPr>
          </a:lstStyle>
          <a:p>
            <a:endParaRPr/>
          </a:p>
        </p:txBody>
      </p:sp>
      <p:sp>
        <p:nvSpPr>
          <p:cNvPr id="366" name="Google Shape;366;p57"/>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Big number 1">
  <p:cSld name="BIG_NUMBER">
    <p:spTree>
      <p:nvGrpSpPr>
        <p:cNvPr id="1" name="Shape 367"/>
        <p:cNvGrpSpPr/>
        <p:nvPr/>
      </p:nvGrpSpPr>
      <p:grpSpPr>
        <a:xfrm>
          <a:off x="0" y="0"/>
          <a:ext cx="0" cy="0"/>
          <a:chOff x="0" y="0"/>
          <a:chExt cx="0" cy="0"/>
        </a:xfrm>
      </p:grpSpPr>
      <p:sp>
        <p:nvSpPr>
          <p:cNvPr id="368" name="Google Shape;368;p58"/>
          <p:cNvSpPr txBox="1">
            <a:spLocks noGrp="1"/>
          </p:cNvSpPr>
          <p:nvPr>
            <p:ph type="title" hasCustomPrompt="1"/>
          </p:nvPr>
        </p:nvSpPr>
        <p:spPr>
          <a:xfrm>
            <a:off x="311700" y="898300"/>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12000"/>
              <a:buNone/>
              <a:defRPr sz="12000">
                <a:solidFill>
                  <a:schemeClr val="accent4"/>
                </a:solidFill>
              </a:defRPr>
            </a:lvl1pPr>
            <a:lvl2pPr lvl="1" algn="ctr">
              <a:lnSpc>
                <a:spcPct val="100000"/>
              </a:lnSpc>
              <a:spcBef>
                <a:spcPts val="0"/>
              </a:spcBef>
              <a:spcAft>
                <a:spcPts val="0"/>
              </a:spcAft>
              <a:buClr>
                <a:schemeClr val="accent4"/>
              </a:buClr>
              <a:buSzPts val="12000"/>
              <a:buNone/>
              <a:defRPr sz="12000">
                <a:solidFill>
                  <a:schemeClr val="accent4"/>
                </a:solidFill>
              </a:defRPr>
            </a:lvl2pPr>
            <a:lvl3pPr lvl="2" algn="ctr">
              <a:lnSpc>
                <a:spcPct val="100000"/>
              </a:lnSpc>
              <a:spcBef>
                <a:spcPts val="0"/>
              </a:spcBef>
              <a:spcAft>
                <a:spcPts val="0"/>
              </a:spcAft>
              <a:buClr>
                <a:schemeClr val="accent4"/>
              </a:buClr>
              <a:buSzPts val="12000"/>
              <a:buNone/>
              <a:defRPr sz="12000">
                <a:solidFill>
                  <a:schemeClr val="accent4"/>
                </a:solidFill>
              </a:defRPr>
            </a:lvl3pPr>
            <a:lvl4pPr lvl="3" algn="ctr">
              <a:lnSpc>
                <a:spcPct val="100000"/>
              </a:lnSpc>
              <a:spcBef>
                <a:spcPts val="0"/>
              </a:spcBef>
              <a:spcAft>
                <a:spcPts val="0"/>
              </a:spcAft>
              <a:buClr>
                <a:schemeClr val="accent4"/>
              </a:buClr>
              <a:buSzPts val="12000"/>
              <a:buNone/>
              <a:defRPr sz="12000">
                <a:solidFill>
                  <a:schemeClr val="accent4"/>
                </a:solidFill>
              </a:defRPr>
            </a:lvl4pPr>
            <a:lvl5pPr lvl="4" algn="ctr">
              <a:lnSpc>
                <a:spcPct val="100000"/>
              </a:lnSpc>
              <a:spcBef>
                <a:spcPts val="0"/>
              </a:spcBef>
              <a:spcAft>
                <a:spcPts val="0"/>
              </a:spcAft>
              <a:buClr>
                <a:schemeClr val="accent4"/>
              </a:buClr>
              <a:buSzPts val="12000"/>
              <a:buNone/>
              <a:defRPr sz="12000">
                <a:solidFill>
                  <a:schemeClr val="accent4"/>
                </a:solidFill>
              </a:defRPr>
            </a:lvl5pPr>
            <a:lvl6pPr lvl="5" algn="ctr">
              <a:lnSpc>
                <a:spcPct val="100000"/>
              </a:lnSpc>
              <a:spcBef>
                <a:spcPts val="0"/>
              </a:spcBef>
              <a:spcAft>
                <a:spcPts val="0"/>
              </a:spcAft>
              <a:buClr>
                <a:schemeClr val="accent4"/>
              </a:buClr>
              <a:buSzPts val="12000"/>
              <a:buNone/>
              <a:defRPr sz="12000">
                <a:solidFill>
                  <a:schemeClr val="accent4"/>
                </a:solidFill>
              </a:defRPr>
            </a:lvl6pPr>
            <a:lvl7pPr lvl="6" algn="ctr">
              <a:lnSpc>
                <a:spcPct val="100000"/>
              </a:lnSpc>
              <a:spcBef>
                <a:spcPts val="0"/>
              </a:spcBef>
              <a:spcAft>
                <a:spcPts val="0"/>
              </a:spcAft>
              <a:buClr>
                <a:schemeClr val="accent4"/>
              </a:buClr>
              <a:buSzPts val="12000"/>
              <a:buNone/>
              <a:defRPr sz="12000">
                <a:solidFill>
                  <a:schemeClr val="accent4"/>
                </a:solidFill>
              </a:defRPr>
            </a:lvl7pPr>
            <a:lvl8pPr lvl="7" algn="ctr">
              <a:lnSpc>
                <a:spcPct val="100000"/>
              </a:lnSpc>
              <a:spcBef>
                <a:spcPts val="0"/>
              </a:spcBef>
              <a:spcAft>
                <a:spcPts val="0"/>
              </a:spcAft>
              <a:buClr>
                <a:schemeClr val="accent4"/>
              </a:buClr>
              <a:buSzPts val="12000"/>
              <a:buNone/>
              <a:defRPr sz="12000">
                <a:solidFill>
                  <a:schemeClr val="accent4"/>
                </a:solidFill>
              </a:defRPr>
            </a:lvl8pPr>
            <a:lvl9pPr lvl="8" algn="ctr">
              <a:lnSpc>
                <a:spcPct val="100000"/>
              </a:lnSpc>
              <a:spcBef>
                <a:spcPts val="0"/>
              </a:spcBef>
              <a:spcAft>
                <a:spcPts val="0"/>
              </a:spcAft>
              <a:buClr>
                <a:schemeClr val="accent4"/>
              </a:buClr>
              <a:buSzPts val="12000"/>
              <a:buNone/>
              <a:defRPr sz="12000">
                <a:solidFill>
                  <a:schemeClr val="accent4"/>
                </a:solidFill>
              </a:defRPr>
            </a:lvl9pPr>
          </a:lstStyle>
          <a:p>
            <a:r>
              <a:t>xx%</a:t>
            </a:r>
          </a:p>
        </p:txBody>
      </p:sp>
      <p:sp>
        <p:nvSpPr>
          <p:cNvPr id="369" name="Google Shape;369;p58"/>
          <p:cNvSpPr txBox="1">
            <a:spLocks noGrp="1"/>
          </p:cNvSpPr>
          <p:nvPr>
            <p:ph type="body" idx="1"/>
          </p:nvPr>
        </p:nvSpPr>
        <p:spPr>
          <a:xfrm>
            <a:off x="311700" y="2944400"/>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
        <p:nvSpPr>
          <p:cNvPr id="370" name="Google Shape;370;p58"/>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ig number 2">
  <p:cSld name="BIG_NUMBER_1">
    <p:spTree>
      <p:nvGrpSpPr>
        <p:cNvPr id="1" name="Shape 371"/>
        <p:cNvGrpSpPr/>
        <p:nvPr/>
      </p:nvGrpSpPr>
      <p:grpSpPr>
        <a:xfrm>
          <a:off x="0" y="0"/>
          <a:ext cx="0" cy="0"/>
          <a:chOff x="0" y="0"/>
          <a:chExt cx="0" cy="0"/>
        </a:xfrm>
      </p:grpSpPr>
      <p:sp>
        <p:nvSpPr>
          <p:cNvPr id="372" name="Google Shape;372;p59"/>
          <p:cNvSpPr txBox="1">
            <a:spLocks noGrp="1"/>
          </p:cNvSpPr>
          <p:nvPr>
            <p:ph type="title"/>
          </p:nvPr>
        </p:nvSpPr>
        <p:spPr>
          <a:xfrm>
            <a:off x="31170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a:endParaRPr/>
          </a:p>
        </p:txBody>
      </p:sp>
      <p:sp>
        <p:nvSpPr>
          <p:cNvPr id="373" name="Google Shape;373;p59"/>
          <p:cNvSpPr txBox="1">
            <a:spLocks noGrp="1"/>
          </p:cNvSpPr>
          <p:nvPr>
            <p:ph type="body" idx="1"/>
          </p:nvPr>
        </p:nvSpPr>
        <p:spPr>
          <a:xfrm>
            <a:off x="31170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
        <p:nvSpPr>
          <p:cNvPr id="374" name="Google Shape;374;p59"/>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375" name="Google Shape;375;p59"/>
          <p:cNvSpPr txBox="1">
            <a:spLocks noGrp="1"/>
          </p:cNvSpPr>
          <p:nvPr>
            <p:ph type="title" idx="2"/>
          </p:nvPr>
        </p:nvSpPr>
        <p:spPr>
          <a:xfrm>
            <a:off x="641580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a:endParaRPr/>
          </a:p>
        </p:txBody>
      </p:sp>
      <p:sp>
        <p:nvSpPr>
          <p:cNvPr id="376" name="Google Shape;376;p59"/>
          <p:cNvSpPr txBox="1">
            <a:spLocks noGrp="1"/>
          </p:cNvSpPr>
          <p:nvPr>
            <p:ph type="body" idx="3"/>
          </p:nvPr>
        </p:nvSpPr>
        <p:spPr>
          <a:xfrm>
            <a:off x="641580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
        <p:nvSpPr>
          <p:cNvPr id="377" name="Google Shape;377;p59"/>
          <p:cNvSpPr txBox="1">
            <a:spLocks noGrp="1"/>
          </p:cNvSpPr>
          <p:nvPr>
            <p:ph type="title" idx="4"/>
          </p:nvPr>
        </p:nvSpPr>
        <p:spPr>
          <a:xfrm>
            <a:off x="336375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a:endParaRPr/>
          </a:p>
        </p:txBody>
      </p:sp>
      <p:sp>
        <p:nvSpPr>
          <p:cNvPr id="378" name="Google Shape;378;p59"/>
          <p:cNvSpPr txBox="1">
            <a:spLocks noGrp="1"/>
          </p:cNvSpPr>
          <p:nvPr>
            <p:ph type="body" idx="5"/>
          </p:nvPr>
        </p:nvSpPr>
        <p:spPr>
          <a:xfrm>
            <a:off x="336375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9"/>
        <p:cNvGrpSpPr/>
        <p:nvPr/>
      </p:nvGrpSpPr>
      <p:grpSpPr>
        <a:xfrm>
          <a:off x="0" y="0"/>
          <a:ext cx="0" cy="0"/>
          <a:chOff x="0" y="0"/>
          <a:chExt cx="0" cy="0"/>
        </a:xfrm>
      </p:grpSpPr>
      <p:sp>
        <p:nvSpPr>
          <p:cNvPr id="380" name="Google Shape;380;p60"/>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el und Inhalt">
  <p:cSld name="Titel und Inhalt">
    <p:bg>
      <p:bgPr>
        <a:solidFill>
          <a:schemeClr val="lt1"/>
        </a:solidFill>
        <a:effectLst/>
      </p:bgPr>
    </p:bg>
    <p:spTree>
      <p:nvGrpSpPr>
        <p:cNvPr id="1" name="Shape 381"/>
        <p:cNvGrpSpPr/>
        <p:nvPr/>
      </p:nvGrpSpPr>
      <p:grpSpPr>
        <a:xfrm>
          <a:off x="0" y="0"/>
          <a:ext cx="0" cy="0"/>
          <a:chOff x="0" y="0"/>
          <a:chExt cx="0" cy="0"/>
        </a:xfrm>
      </p:grpSpPr>
      <p:sp>
        <p:nvSpPr>
          <p:cNvPr id="382" name="Google Shape;382;p61"/>
          <p:cNvSpPr txBox="1">
            <a:spLocks noGrp="1"/>
          </p:cNvSpPr>
          <p:nvPr>
            <p:ph type="sldNum" idx="12"/>
          </p:nvPr>
        </p:nvSpPr>
        <p:spPr>
          <a:xfrm>
            <a:off x="540000" y="4726558"/>
            <a:ext cx="2411700" cy="273900"/>
          </a:xfrm>
          <a:prstGeom prst="rect">
            <a:avLst/>
          </a:prstGeom>
          <a:noFill/>
          <a:ln>
            <a:noFill/>
          </a:ln>
        </p:spPr>
        <p:txBody>
          <a:bodyPr spcFirstLastPara="1" wrap="square" lIns="68575" tIns="34275" rIns="68575" bIns="34275" anchor="ctr" anchorCtr="0">
            <a:normAutofit/>
          </a:bodyPr>
          <a:lstStyle>
            <a:lvl1pPr marL="0" marR="0" lvl="0"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1pPr>
            <a:lvl2pPr marL="0" marR="0" lvl="1"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2pPr>
            <a:lvl3pPr marL="0" marR="0" lvl="2"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3pPr>
            <a:lvl4pPr marL="0" marR="0" lvl="3"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4pPr>
            <a:lvl5pPr marL="0" marR="0" lvl="4"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5pPr>
            <a:lvl6pPr marL="0" marR="0" lvl="5"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6pPr>
            <a:lvl7pPr marL="0" marR="0" lvl="6"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7pPr>
            <a:lvl8pPr marL="0" marR="0" lvl="7"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8pPr>
            <a:lvl9pPr marL="0" marR="0" lvl="8"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9pPr>
          </a:lstStyle>
          <a:p>
            <a:pPr marL="0" lvl="0" indent="0" algn="l" rtl="0">
              <a:spcBef>
                <a:spcPts val="0"/>
              </a:spcBef>
              <a:spcAft>
                <a:spcPts val="0"/>
              </a:spcAft>
              <a:buNone/>
            </a:pPr>
            <a:fld id="{00000000-1234-1234-1234-123412341234}" type="slidenum">
              <a:rPr lang="en"/>
              <a:t>‹#›</a:t>
            </a:fld>
            <a:r>
              <a:rPr lang="en"/>
              <a:t>	</a:t>
            </a:r>
            <a:r>
              <a:rPr lang="en">
                <a:latin typeface="Roboto Light"/>
                <a:ea typeface="Roboto Light"/>
                <a:cs typeface="Roboto Light"/>
                <a:sym typeface="Roboto Light"/>
              </a:rPr>
              <a:t>Salesfive Consulting GmbH</a:t>
            </a:r>
            <a:endParaRPr sz="1100">
              <a:solidFill>
                <a:srgbClr val="000000"/>
              </a:solidFill>
              <a:latin typeface="Arial"/>
              <a:ea typeface="Arial"/>
              <a:cs typeface="Arial"/>
              <a:sym typeface="Arial"/>
            </a:endParaRPr>
          </a:p>
        </p:txBody>
      </p:sp>
      <p:sp>
        <p:nvSpPr>
          <p:cNvPr id="383" name="Google Shape;383;p61"/>
          <p:cNvSpPr txBox="1">
            <a:spLocks noGrp="1"/>
          </p:cNvSpPr>
          <p:nvPr>
            <p:ph type="body" idx="1"/>
          </p:nvPr>
        </p:nvSpPr>
        <p:spPr>
          <a:xfrm>
            <a:off x="540000" y="754732"/>
            <a:ext cx="4831800" cy="30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800"/>
              </a:spcBef>
              <a:spcAft>
                <a:spcPts val="0"/>
              </a:spcAft>
              <a:buClr>
                <a:schemeClr val="dk1"/>
              </a:buClr>
              <a:buSzPts val="2100"/>
              <a:buFont typeface="Arial"/>
              <a:buNone/>
              <a:defRPr sz="2100" b="0" i="0" u="none" strike="noStrike" cap="none">
                <a:solidFill>
                  <a:schemeClr val="dk1"/>
                </a:solidFill>
                <a:latin typeface="Roboto Medium"/>
                <a:ea typeface="Roboto Medium"/>
                <a:cs typeface="Roboto Medium"/>
                <a:sym typeface="Roboto Medium"/>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84" name="Google Shape;384;p61"/>
          <p:cNvSpPr txBox="1">
            <a:spLocks noGrp="1"/>
          </p:cNvSpPr>
          <p:nvPr>
            <p:ph type="body" idx="2"/>
          </p:nvPr>
        </p:nvSpPr>
        <p:spPr>
          <a:xfrm>
            <a:off x="540000" y="573528"/>
            <a:ext cx="4831800" cy="181200"/>
          </a:xfrm>
          <a:prstGeom prst="rect">
            <a:avLst/>
          </a:prstGeom>
          <a:noFill/>
          <a:ln>
            <a:noFill/>
          </a:ln>
        </p:spPr>
        <p:txBody>
          <a:bodyPr spcFirstLastPara="1" wrap="square" lIns="68575" tIns="34275" rIns="68575" bIns="34275" anchor="t" anchorCtr="0">
            <a:normAutofit/>
          </a:bodyPr>
          <a:lstStyle>
            <a:lvl1pPr marL="457200" marR="0" lvl="0" indent="-228600" algn="l">
              <a:lnSpc>
                <a:spcPct val="80000"/>
              </a:lnSpc>
              <a:spcBef>
                <a:spcPts val="800"/>
              </a:spcBef>
              <a:spcAft>
                <a:spcPts val="0"/>
              </a:spcAft>
              <a:buClr>
                <a:srgbClr val="C8C8C8"/>
              </a:buClr>
              <a:buSzPts val="900"/>
              <a:buFont typeface="Arial"/>
              <a:buNone/>
              <a:defRPr sz="900" b="0" i="0" u="none" strike="noStrike" cap="none">
                <a:solidFill>
                  <a:srgbClr val="C8C8C8"/>
                </a:solidFill>
                <a:latin typeface="Roboto Medium"/>
                <a:ea typeface="Roboto Medium"/>
                <a:cs typeface="Roboto Medium"/>
                <a:sym typeface="Roboto Medium"/>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pic>
        <p:nvPicPr>
          <p:cNvPr id="385" name="Google Shape;385;p61"/>
          <p:cNvPicPr preferRelativeResize="0"/>
          <p:nvPr/>
        </p:nvPicPr>
        <p:blipFill rotWithShape="1">
          <a:blip r:embed="rId2">
            <a:alphaModFix/>
          </a:blip>
          <a:srcRect/>
          <a:stretch/>
        </p:blipFill>
        <p:spPr>
          <a:xfrm>
            <a:off x="7921615" y="4768979"/>
            <a:ext cx="628384" cy="189001"/>
          </a:xfrm>
          <a:prstGeom prst="rect">
            <a:avLst/>
          </a:prstGeom>
          <a:noFill/>
          <a:ln>
            <a:noFill/>
          </a:ln>
        </p:spPr>
      </p:pic>
      <p:sp>
        <p:nvSpPr>
          <p:cNvPr id="386" name="Google Shape;386;p61"/>
          <p:cNvSpPr txBox="1">
            <a:spLocks noGrp="1"/>
          </p:cNvSpPr>
          <p:nvPr>
            <p:ph type="body" idx="3"/>
          </p:nvPr>
        </p:nvSpPr>
        <p:spPr>
          <a:xfrm>
            <a:off x="540000" y="1491854"/>
            <a:ext cx="6750000" cy="181200"/>
          </a:xfrm>
          <a:prstGeom prst="rect">
            <a:avLst/>
          </a:prstGeom>
          <a:noFill/>
          <a:ln>
            <a:noFill/>
          </a:ln>
        </p:spPr>
        <p:txBody>
          <a:bodyPr spcFirstLastPara="1" wrap="square" lIns="68575" tIns="34275" rIns="68575" bIns="34275" anchor="t" anchorCtr="0">
            <a:normAutofit/>
          </a:bodyPr>
          <a:lstStyle>
            <a:lvl1pPr marL="457200" marR="0" lvl="0" indent="-228600" algn="l">
              <a:lnSpc>
                <a:spcPct val="130000"/>
              </a:lnSpc>
              <a:spcBef>
                <a:spcPts val="800"/>
              </a:spcBef>
              <a:spcAft>
                <a:spcPts val="0"/>
              </a:spcAft>
              <a:buClr>
                <a:srgbClr val="050505"/>
              </a:buClr>
              <a:buSzPts val="900"/>
              <a:buFont typeface="Arial"/>
              <a:buNone/>
              <a:defRPr sz="900" b="0" i="0" u="none" strike="noStrike" cap="none">
                <a:solidFill>
                  <a:srgbClr val="050505"/>
                </a:solidFill>
                <a:latin typeface="Roboto"/>
                <a:ea typeface="Roboto"/>
                <a:cs typeface="Roboto"/>
                <a:sym typeface="Roboto"/>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slide 1 1">
  <p:cSld name="TITLE_1_1">
    <p:spTree>
      <p:nvGrpSpPr>
        <p:cNvPr id="1" name="Shape 387"/>
        <p:cNvGrpSpPr/>
        <p:nvPr/>
      </p:nvGrpSpPr>
      <p:grpSpPr>
        <a:xfrm>
          <a:off x="0" y="0"/>
          <a:ext cx="0" cy="0"/>
          <a:chOff x="0" y="0"/>
          <a:chExt cx="0" cy="0"/>
        </a:xfrm>
      </p:grpSpPr>
      <p:sp>
        <p:nvSpPr>
          <p:cNvPr id="388" name="Google Shape;388;p62"/>
          <p:cNvSpPr/>
          <p:nvPr/>
        </p:nvSpPr>
        <p:spPr>
          <a:xfrm>
            <a:off x="0" y="-3050"/>
            <a:ext cx="9144000" cy="5143500"/>
          </a:xfrm>
          <a:prstGeom prst="rect">
            <a:avLst/>
          </a:prstGeom>
          <a:solidFill>
            <a:srgbClr val="58ADC5"/>
          </a:solidFill>
          <a:ln w="38100" cap="flat" cmpd="sng">
            <a:solidFill>
              <a:srgbClr val="58ADC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89" name="Google Shape;389;p62"/>
          <p:cNvGrpSpPr/>
          <p:nvPr/>
        </p:nvGrpSpPr>
        <p:grpSpPr>
          <a:xfrm>
            <a:off x="8638982" y="104318"/>
            <a:ext cx="401181" cy="515668"/>
            <a:chOff x="-1" y="-1"/>
            <a:chExt cx="1210200" cy="1615500"/>
          </a:xfrm>
        </p:grpSpPr>
        <p:sp>
          <p:nvSpPr>
            <p:cNvPr id="390" name="Google Shape;390;p62"/>
            <p:cNvSpPr/>
            <p:nvPr/>
          </p:nvSpPr>
          <p:spPr>
            <a:xfrm>
              <a:off x="-1" y="-1"/>
              <a:ext cx="1210200" cy="1615500"/>
            </a:xfrm>
            <a:prstGeom prst="rect">
              <a:avLst/>
            </a:prstGeom>
            <a:solidFill>
              <a:srgbClr val="FFFFFF"/>
            </a:solidFill>
            <a:ln>
              <a:noFill/>
            </a:ln>
            <a:effectLst>
              <a:outerShdw blurRad="63500" dist="25400" dir="5400000" rotWithShape="0">
                <a:srgbClr val="000000">
                  <a:alpha val="49020"/>
                </a:srgbClr>
              </a:outerShdw>
            </a:effectLst>
          </p:spPr>
          <p:txBody>
            <a:bodyPr spcFirstLastPara="1" wrap="square" lIns="26775" tIns="26775" rIns="26775" bIns="267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391" name="Google Shape;391;p62" descr="Grafik 7"/>
            <p:cNvPicPr preferRelativeResize="0"/>
            <p:nvPr/>
          </p:nvPicPr>
          <p:blipFill rotWithShape="1">
            <a:blip r:embed="rId2">
              <a:alphaModFix/>
            </a:blip>
            <a:srcRect/>
            <a:stretch/>
          </p:blipFill>
          <p:spPr>
            <a:xfrm>
              <a:off x="99038" y="85734"/>
              <a:ext cx="1012047" cy="1444010"/>
            </a:xfrm>
            <a:prstGeom prst="rect">
              <a:avLst/>
            </a:prstGeom>
            <a:noFill/>
            <a:ln>
              <a:noFill/>
            </a:ln>
          </p:spPr>
        </p:pic>
      </p:gr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92"/>
        <p:cNvGrpSpPr/>
        <p:nvPr/>
      </p:nvGrpSpPr>
      <p:grpSpPr>
        <a:xfrm>
          <a:off x="0" y="0"/>
          <a:ext cx="0" cy="0"/>
          <a:chOff x="0" y="0"/>
          <a:chExt cx="0" cy="0"/>
        </a:xfrm>
      </p:grpSpPr>
      <p:sp>
        <p:nvSpPr>
          <p:cNvPr id="393" name="Google Shape;393;p63"/>
          <p:cNvSpPr txBox="1">
            <a:spLocks noGrp="1"/>
          </p:cNvSpPr>
          <p:nvPr>
            <p:ph type="title"/>
          </p:nvPr>
        </p:nvSpPr>
        <p:spPr>
          <a:xfrm>
            <a:off x="457200" y="205978"/>
            <a:ext cx="8229600" cy="857400"/>
          </a:xfrm>
          <a:prstGeom prst="rect">
            <a:avLst/>
          </a:prstGeom>
          <a:noFill/>
          <a:ln>
            <a:noFill/>
          </a:ln>
        </p:spPr>
        <p:txBody>
          <a:bodyPr spcFirstLastPara="1" wrap="square" lIns="79125" tIns="79125" rIns="79125" bIns="79125" anchor="ctr" anchorCtr="0">
            <a:normAutofit/>
          </a:bodyPr>
          <a:lstStyle>
            <a:lvl1pPr marR="0" lvl="0" algn="ctr">
              <a:lnSpc>
                <a:spcPct val="100000"/>
              </a:lnSpc>
              <a:spcBef>
                <a:spcPts val="0"/>
              </a:spcBef>
              <a:spcAft>
                <a:spcPts val="0"/>
              </a:spcAft>
              <a:buClr>
                <a:schemeClr val="dk1"/>
              </a:buClr>
              <a:buSzPts val="1200"/>
              <a:buFont typeface="Calibri"/>
              <a:buNone/>
              <a:defRPr sz="38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200"/>
              <a:buFont typeface="Arial"/>
              <a:buNone/>
              <a:defRPr sz="1600"/>
            </a:lvl2pPr>
            <a:lvl3pPr lvl="2" algn="l">
              <a:lnSpc>
                <a:spcPct val="100000"/>
              </a:lnSpc>
              <a:spcBef>
                <a:spcPts val="0"/>
              </a:spcBef>
              <a:spcAft>
                <a:spcPts val="0"/>
              </a:spcAft>
              <a:buSzPts val="1200"/>
              <a:buFont typeface="Arial"/>
              <a:buNone/>
              <a:defRPr sz="1600"/>
            </a:lvl3pPr>
            <a:lvl4pPr lvl="3" algn="l">
              <a:lnSpc>
                <a:spcPct val="100000"/>
              </a:lnSpc>
              <a:spcBef>
                <a:spcPts val="0"/>
              </a:spcBef>
              <a:spcAft>
                <a:spcPts val="0"/>
              </a:spcAft>
              <a:buSzPts val="1200"/>
              <a:buFont typeface="Arial"/>
              <a:buNone/>
              <a:defRPr sz="1600"/>
            </a:lvl4pPr>
            <a:lvl5pPr lvl="4" algn="l">
              <a:lnSpc>
                <a:spcPct val="100000"/>
              </a:lnSpc>
              <a:spcBef>
                <a:spcPts val="0"/>
              </a:spcBef>
              <a:spcAft>
                <a:spcPts val="0"/>
              </a:spcAft>
              <a:buSzPts val="1200"/>
              <a:buFont typeface="Arial"/>
              <a:buNone/>
              <a:defRPr sz="1600"/>
            </a:lvl5pPr>
            <a:lvl6pPr lvl="5" algn="l">
              <a:lnSpc>
                <a:spcPct val="100000"/>
              </a:lnSpc>
              <a:spcBef>
                <a:spcPts val="0"/>
              </a:spcBef>
              <a:spcAft>
                <a:spcPts val="0"/>
              </a:spcAft>
              <a:buSzPts val="1200"/>
              <a:buFont typeface="Arial"/>
              <a:buNone/>
              <a:defRPr sz="1600"/>
            </a:lvl6pPr>
            <a:lvl7pPr lvl="6" algn="l">
              <a:lnSpc>
                <a:spcPct val="100000"/>
              </a:lnSpc>
              <a:spcBef>
                <a:spcPts val="0"/>
              </a:spcBef>
              <a:spcAft>
                <a:spcPts val="0"/>
              </a:spcAft>
              <a:buSzPts val="1200"/>
              <a:buFont typeface="Arial"/>
              <a:buNone/>
              <a:defRPr sz="1600"/>
            </a:lvl7pPr>
            <a:lvl8pPr lvl="7" algn="l">
              <a:lnSpc>
                <a:spcPct val="100000"/>
              </a:lnSpc>
              <a:spcBef>
                <a:spcPts val="0"/>
              </a:spcBef>
              <a:spcAft>
                <a:spcPts val="0"/>
              </a:spcAft>
              <a:buSzPts val="1200"/>
              <a:buFont typeface="Arial"/>
              <a:buNone/>
              <a:defRPr sz="1600"/>
            </a:lvl8pPr>
            <a:lvl9pPr lvl="8" algn="l">
              <a:lnSpc>
                <a:spcPct val="100000"/>
              </a:lnSpc>
              <a:spcBef>
                <a:spcPts val="0"/>
              </a:spcBef>
              <a:spcAft>
                <a:spcPts val="0"/>
              </a:spcAft>
              <a:buSzPts val="1200"/>
              <a:buFont typeface="Arial"/>
              <a:buNone/>
              <a:defRPr sz="1600"/>
            </a:lvl9pPr>
          </a:lstStyle>
          <a:p>
            <a:endParaRPr/>
          </a:p>
        </p:txBody>
      </p:sp>
      <p:sp>
        <p:nvSpPr>
          <p:cNvPr id="394" name="Google Shape;394;p63"/>
          <p:cNvSpPr txBox="1">
            <a:spLocks noGrp="1"/>
          </p:cNvSpPr>
          <p:nvPr>
            <p:ph type="body" idx="1"/>
          </p:nvPr>
        </p:nvSpPr>
        <p:spPr>
          <a:xfrm>
            <a:off x="457200" y="1200151"/>
            <a:ext cx="8229600" cy="3394500"/>
          </a:xfrm>
          <a:prstGeom prst="rect">
            <a:avLst/>
          </a:prstGeom>
          <a:noFill/>
          <a:ln>
            <a:noFill/>
          </a:ln>
        </p:spPr>
        <p:txBody>
          <a:bodyPr spcFirstLastPara="1" wrap="square" lIns="79125" tIns="79125" rIns="79125" bIns="79125" anchor="t" anchorCtr="0">
            <a:normAutofit/>
          </a:bodyPr>
          <a:lstStyle>
            <a:lvl1pPr marL="457200" marR="0" lvl="0" indent="-406400" algn="l">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61950" algn="l">
              <a:lnSpc>
                <a:spcPct val="100000"/>
              </a:lnSpc>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3pPr>
            <a:lvl4pPr marL="1828800" marR="0" lvl="3"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4pPr>
            <a:lvl5pPr marL="2286000" marR="0" lvl="4"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5pPr>
            <a:lvl6pPr marL="2743200" marR="0" lvl="5"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6pPr>
            <a:lvl7pPr marL="3200400" marR="0" lvl="6"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7pPr>
            <a:lvl8pPr marL="3657600" marR="0" lvl="7"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8pPr>
            <a:lvl9pPr marL="4114800" marR="0" lvl="8"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9pPr>
          </a:lstStyle>
          <a:p>
            <a:endParaRPr/>
          </a:p>
        </p:txBody>
      </p:sp>
      <p:sp>
        <p:nvSpPr>
          <p:cNvPr id="395" name="Google Shape;395;p63"/>
          <p:cNvSpPr txBox="1">
            <a:spLocks noGrp="1"/>
          </p:cNvSpPr>
          <p:nvPr>
            <p:ph type="dt" idx="10"/>
          </p:nvPr>
        </p:nvSpPr>
        <p:spPr>
          <a:xfrm>
            <a:off x="457201" y="4767263"/>
            <a:ext cx="2133600" cy="273900"/>
          </a:xfrm>
          <a:prstGeom prst="rect">
            <a:avLst/>
          </a:prstGeom>
          <a:noFill/>
          <a:ln>
            <a:noFill/>
          </a:ln>
        </p:spPr>
        <p:txBody>
          <a:bodyPr spcFirstLastPara="1" wrap="square" lIns="79125" tIns="79125" rIns="79125" bIns="79125" anchor="ctr" anchorCtr="0">
            <a:noAutofit/>
          </a:bodyPr>
          <a:lstStyle>
            <a:lvl1pPr marR="0" lvl="0" algn="l">
              <a:lnSpc>
                <a:spcPct val="100000"/>
              </a:lnSpc>
              <a:spcBef>
                <a:spcPts val="0"/>
              </a:spcBef>
              <a:spcAft>
                <a:spcPts val="0"/>
              </a:spcAft>
              <a:buClr>
                <a:srgbClr val="888888"/>
              </a:buClr>
              <a:buSzPts val="1200"/>
              <a:buFont typeface="Calibri"/>
              <a:buNone/>
              <a:defRPr sz="10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9pPr>
          </a:lstStyle>
          <a:p>
            <a:endParaRPr/>
          </a:p>
        </p:txBody>
      </p:sp>
      <p:sp>
        <p:nvSpPr>
          <p:cNvPr id="396" name="Google Shape;396;p63"/>
          <p:cNvSpPr txBox="1">
            <a:spLocks noGrp="1"/>
          </p:cNvSpPr>
          <p:nvPr>
            <p:ph type="ftr" idx="11"/>
          </p:nvPr>
        </p:nvSpPr>
        <p:spPr>
          <a:xfrm>
            <a:off x="3124200" y="4767263"/>
            <a:ext cx="2895600" cy="273900"/>
          </a:xfrm>
          <a:prstGeom prst="rect">
            <a:avLst/>
          </a:prstGeom>
          <a:noFill/>
          <a:ln>
            <a:noFill/>
          </a:ln>
        </p:spPr>
        <p:txBody>
          <a:bodyPr spcFirstLastPara="1" wrap="square" lIns="79125" tIns="79125" rIns="79125" bIns="79125" anchor="ctr" anchorCtr="0">
            <a:noAutofit/>
          </a:bodyPr>
          <a:lstStyle>
            <a:lvl1pPr marR="0" lvl="0" algn="ctr">
              <a:lnSpc>
                <a:spcPct val="100000"/>
              </a:lnSpc>
              <a:spcBef>
                <a:spcPts val="0"/>
              </a:spcBef>
              <a:spcAft>
                <a:spcPts val="0"/>
              </a:spcAft>
              <a:buClr>
                <a:srgbClr val="888888"/>
              </a:buClr>
              <a:buSzPts val="1200"/>
              <a:buFont typeface="Calibri"/>
              <a:buNone/>
              <a:defRPr sz="10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9pPr>
          </a:lstStyle>
          <a:p>
            <a:endParaRPr/>
          </a:p>
        </p:txBody>
      </p:sp>
      <p:sp>
        <p:nvSpPr>
          <p:cNvPr id="397" name="Google Shape;397;p63"/>
          <p:cNvSpPr txBox="1">
            <a:spLocks noGrp="1"/>
          </p:cNvSpPr>
          <p:nvPr>
            <p:ph type="sldNum" idx="12"/>
          </p:nvPr>
        </p:nvSpPr>
        <p:spPr>
          <a:xfrm>
            <a:off x="6553201" y="4767263"/>
            <a:ext cx="2133600" cy="273900"/>
          </a:xfrm>
          <a:prstGeom prst="rect">
            <a:avLst/>
          </a:prstGeom>
          <a:noFill/>
          <a:ln>
            <a:noFill/>
          </a:ln>
        </p:spPr>
        <p:txBody>
          <a:bodyPr spcFirstLastPara="1" wrap="square" lIns="79125" tIns="39550" rIns="79125" bIns="39550" anchor="ctr" anchorCtr="0">
            <a:normAutofit/>
          </a:bodyPr>
          <a:lstStyle>
            <a:lvl1pPr marL="0" marR="0" lvl="0"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98"/>
        <p:cNvGrpSpPr/>
        <p:nvPr/>
      </p:nvGrpSpPr>
      <p:grpSpPr>
        <a:xfrm>
          <a:off x="0" y="0"/>
          <a:ext cx="0" cy="0"/>
          <a:chOff x="0" y="0"/>
          <a:chExt cx="0" cy="0"/>
        </a:xfrm>
      </p:grpSpPr>
      <p:sp>
        <p:nvSpPr>
          <p:cNvPr id="399" name="Google Shape;399;p64"/>
          <p:cNvSpPr txBox="1">
            <a:spLocks noGrp="1"/>
          </p:cNvSpPr>
          <p:nvPr>
            <p:ph type="title"/>
          </p:nvPr>
        </p:nvSpPr>
        <p:spPr>
          <a:xfrm>
            <a:off x="628650" y="273844"/>
            <a:ext cx="7886700" cy="994200"/>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700"/>
              <a:buNone/>
              <a:defRPr/>
            </a:lvl1pPr>
            <a:lvl2pPr lvl="1" algn="l">
              <a:lnSpc>
                <a:spcPct val="90000"/>
              </a:lnSpc>
              <a:spcBef>
                <a:spcPts val="0"/>
              </a:spcBef>
              <a:spcAft>
                <a:spcPts val="0"/>
              </a:spcAft>
              <a:buClr>
                <a:srgbClr val="000000"/>
              </a:buClr>
              <a:buSzPts val="700"/>
              <a:buNone/>
              <a:defRPr/>
            </a:lvl2pPr>
            <a:lvl3pPr lvl="2" algn="l">
              <a:lnSpc>
                <a:spcPct val="90000"/>
              </a:lnSpc>
              <a:spcBef>
                <a:spcPts val="0"/>
              </a:spcBef>
              <a:spcAft>
                <a:spcPts val="0"/>
              </a:spcAft>
              <a:buClr>
                <a:srgbClr val="000000"/>
              </a:buClr>
              <a:buSzPts val="700"/>
              <a:buNone/>
              <a:defRPr/>
            </a:lvl3pPr>
            <a:lvl4pPr lvl="3" algn="l">
              <a:lnSpc>
                <a:spcPct val="90000"/>
              </a:lnSpc>
              <a:spcBef>
                <a:spcPts val="0"/>
              </a:spcBef>
              <a:spcAft>
                <a:spcPts val="0"/>
              </a:spcAft>
              <a:buClr>
                <a:srgbClr val="000000"/>
              </a:buClr>
              <a:buSzPts val="700"/>
              <a:buNone/>
              <a:defRPr/>
            </a:lvl4pPr>
            <a:lvl5pPr lvl="4" algn="l">
              <a:lnSpc>
                <a:spcPct val="90000"/>
              </a:lnSpc>
              <a:spcBef>
                <a:spcPts val="0"/>
              </a:spcBef>
              <a:spcAft>
                <a:spcPts val="0"/>
              </a:spcAft>
              <a:buClr>
                <a:srgbClr val="000000"/>
              </a:buClr>
              <a:buSzPts val="700"/>
              <a:buNone/>
              <a:defRPr/>
            </a:lvl5pPr>
            <a:lvl6pPr lvl="5" algn="l">
              <a:lnSpc>
                <a:spcPct val="90000"/>
              </a:lnSpc>
              <a:spcBef>
                <a:spcPts val="0"/>
              </a:spcBef>
              <a:spcAft>
                <a:spcPts val="0"/>
              </a:spcAft>
              <a:buClr>
                <a:srgbClr val="000000"/>
              </a:buClr>
              <a:buSzPts val="700"/>
              <a:buNone/>
              <a:defRPr/>
            </a:lvl6pPr>
            <a:lvl7pPr lvl="6" algn="l">
              <a:lnSpc>
                <a:spcPct val="90000"/>
              </a:lnSpc>
              <a:spcBef>
                <a:spcPts val="0"/>
              </a:spcBef>
              <a:spcAft>
                <a:spcPts val="0"/>
              </a:spcAft>
              <a:buClr>
                <a:srgbClr val="000000"/>
              </a:buClr>
              <a:buSzPts val="700"/>
              <a:buNone/>
              <a:defRPr/>
            </a:lvl7pPr>
            <a:lvl8pPr lvl="7" algn="l">
              <a:lnSpc>
                <a:spcPct val="90000"/>
              </a:lnSpc>
              <a:spcBef>
                <a:spcPts val="0"/>
              </a:spcBef>
              <a:spcAft>
                <a:spcPts val="0"/>
              </a:spcAft>
              <a:buClr>
                <a:srgbClr val="000000"/>
              </a:buClr>
              <a:buSzPts val="700"/>
              <a:buNone/>
              <a:defRPr/>
            </a:lvl8pPr>
            <a:lvl9pPr lvl="8" algn="l">
              <a:lnSpc>
                <a:spcPct val="90000"/>
              </a:lnSpc>
              <a:spcBef>
                <a:spcPts val="0"/>
              </a:spcBef>
              <a:spcAft>
                <a:spcPts val="0"/>
              </a:spcAft>
              <a:buClr>
                <a:srgbClr val="000000"/>
              </a:buClr>
              <a:buSzPts val="700"/>
              <a:buNone/>
              <a:defRPr/>
            </a:lvl9pPr>
          </a:lstStyle>
          <a:p>
            <a:endParaRPr/>
          </a:p>
        </p:txBody>
      </p:sp>
      <p:sp>
        <p:nvSpPr>
          <p:cNvPr id="400" name="Google Shape;400;p64"/>
          <p:cNvSpPr txBox="1">
            <a:spLocks noGrp="1"/>
          </p:cNvSpPr>
          <p:nvPr>
            <p:ph type="body" idx="1"/>
          </p:nvPr>
        </p:nvSpPr>
        <p:spPr>
          <a:xfrm>
            <a:off x="628650" y="1369219"/>
            <a:ext cx="7886700" cy="3263400"/>
          </a:xfrm>
          <a:prstGeom prst="rect">
            <a:avLst/>
          </a:prstGeom>
          <a:noFill/>
          <a:ln>
            <a:noFill/>
          </a:ln>
        </p:spPr>
        <p:txBody>
          <a:bodyPr spcFirstLastPara="1" wrap="square" lIns="34275" tIns="34275" rIns="34275" bIns="34275" anchor="t" anchorCtr="0">
            <a:normAutofit/>
          </a:bodyPr>
          <a:lstStyle>
            <a:lvl1pPr marL="457200" lvl="0" indent="-273050" algn="l">
              <a:lnSpc>
                <a:spcPct val="90000"/>
              </a:lnSpc>
              <a:spcBef>
                <a:spcPts val="800"/>
              </a:spcBef>
              <a:spcAft>
                <a:spcPts val="0"/>
              </a:spcAft>
              <a:buClr>
                <a:srgbClr val="000000"/>
              </a:buClr>
              <a:buSzPts val="700"/>
              <a:buChar char="●"/>
              <a:defRPr/>
            </a:lvl1pPr>
            <a:lvl2pPr marL="914400" lvl="1" indent="-273050" algn="l">
              <a:lnSpc>
                <a:spcPct val="90000"/>
              </a:lnSpc>
              <a:spcBef>
                <a:spcPts val="800"/>
              </a:spcBef>
              <a:spcAft>
                <a:spcPts val="0"/>
              </a:spcAft>
              <a:buClr>
                <a:srgbClr val="000000"/>
              </a:buClr>
              <a:buSzPts val="700"/>
              <a:buChar char="○"/>
              <a:defRPr/>
            </a:lvl2pPr>
            <a:lvl3pPr marL="1371600" lvl="2" indent="-273050" algn="l">
              <a:lnSpc>
                <a:spcPct val="90000"/>
              </a:lnSpc>
              <a:spcBef>
                <a:spcPts val="800"/>
              </a:spcBef>
              <a:spcAft>
                <a:spcPts val="0"/>
              </a:spcAft>
              <a:buClr>
                <a:srgbClr val="000000"/>
              </a:buClr>
              <a:buSzPts val="700"/>
              <a:buChar char="■"/>
              <a:defRPr/>
            </a:lvl3pPr>
            <a:lvl4pPr marL="1828800" lvl="3" indent="-273050" algn="l">
              <a:lnSpc>
                <a:spcPct val="90000"/>
              </a:lnSpc>
              <a:spcBef>
                <a:spcPts val="800"/>
              </a:spcBef>
              <a:spcAft>
                <a:spcPts val="0"/>
              </a:spcAft>
              <a:buClr>
                <a:srgbClr val="000000"/>
              </a:buClr>
              <a:buSzPts val="700"/>
              <a:buChar char="●"/>
              <a:defRPr/>
            </a:lvl4pPr>
            <a:lvl5pPr marL="2286000" lvl="4" indent="-273050" algn="l">
              <a:lnSpc>
                <a:spcPct val="90000"/>
              </a:lnSpc>
              <a:spcBef>
                <a:spcPts val="800"/>
              </a:spcBef>
              <a:spcAft>
                <a:spcPts val="0"/>
              </a:spcAft>
              <a:buClr>
                <a:srgbClr val="000000"/>
              </a:buClr>
              <a:buSzPts val="700"/>
              <a:buChar char="○"/>
              <a:defRPr/>
            </a:lvl5pPr>
            <a:lvl6pPr marL="2743200" lvl="5" indent="-273050" algn="l">
              <a:lnSpc>
                <a:spcPct val="90000"/>
              </a:lnSpc>
              <a:spcBef>
                <a:spcPts val="800"/>
              </a:spcBef>
              <a:spcAft>
                <a:spcPts val="0"/>
              </a:spcAft>
              <a:buClr>
                <a:srgbClr val="000000"/>
              </a:buClr>
              <a:buSzPts val="700"/>
              <a:buChar char="■"/>
              <a:defRPr/>
            </a:lvl6pPr>
            <a:lvl7pPr marL="3200400" lvl="6" indent="-273050" algn="l">
              <a:lnSpc>
                <a:spcPct val="90000"/>
              </a:lnSpc>
              <a:spcBef>
                <a:spcPts val="800"/>
              </a:spcBef>
              <a:spcAft>
                <a:spcPts val="0"/>
              </a:spcAft>
              <a:buClr>
                <a:srgbClr val="000000"/>
              </a:buClr>
              <a:buSzPts val="700"/>
              <a:buChar char="●"/>
              <a:defRPr/>
            </a:lvl7pPr>
            <a:lvl8pPr marL="3657600" lvl="7" indent="-273050" algn="l">
              <a:lnSpc>
                <a:spcPct val="90000"/>
              </a:lnSpc>
              <a:spcBef>
                <a:spcPts val="800"/>
              </a:spcBef>
              <a:spcAft>
                <a:spcPts val="0"/>
              </a:spcAft>
              <a:buClr>
                <a:srgbClr val="000000"/>
              </a:buClr>
              <a:buSzPts val="700"/>
              <a:buChar char="○"/>
              <a:defRPr/>
            </a:lvl8pPr>
            <a:lvl9pPr marL="4114800" lvl="8" indent="-273050" algn="l">
              <a:lnSpc>
                <a:spcPct val="90000"/>
              </a:lnSpc>
              <a:spcBef>
                <a:spcPts val="800"/>
              </a:spcBef>
              <a:spcAft>
                <a:spcPts val="0"/>
              </a:spcAft>
              <a:buClr>
                <a:srgbClr val="000000"/>
              </a:buClr>
              <a:buSzPts val="700"/>
              <a:buChar char="■"/>
              <a:defRPr/>
            </a:lvl9pPr>
          </a:lstStyle>
          <a:p>
            <a:endParaRPr/>
          </a:p>
        </p:txBody>
      </p:sp>
      <p:sp>
        <p:nvSpPr>
          <p:cNvPr id="401" name="Google Shape;401;p64"/>
          <p:cNvSpPr txBox="1">
            <a:spLocks noGrp="1"/>
          </p:cNvSpPr>
          <p:nvPr>
            <p:ph type="sldNum" idx="12"/>
          </p:nvPr>
        </p:nvSpPr>
        <p:spPr>
          <a:xfrm>
            <a:off x="8322127" y="4803219"/>
            <a:ext cx="193200" cy="201900"/>
          </a:xfrm>
          <a:prstGeom prst="rect">
            <a:avLst/>
          </a:prstGeom>
          <a:noFill/>
          <a:ln>
            <a:noFill/>
          </a:ln>
        </p:spPr>
        <p:txBody>
          <a:bodyPr spcFirstLastPara="1" wrap="square" lIns="34275" tIns="34275" rIns="34275" bIns="34275" anchor="ctr" anchorCtr="0">
            <a:normAutofit lnSpcReduction="10000"/>
          </a:bodyPr>
          <a:lstStyle>
            <a:lvl1pPr marL="0" marR="0" lvl="0"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sz="800">
              <a:solidFill>
                <a:schemeClr val="dk2"/>
              </a:solidFill>
              <a:latin typeface="Assistant"/>
              <a:ea typeface="Assistant"/>
              <a:cs typeface="Assistant"/>
              <a:sym typeface="Assistant"/>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matchingName="Default 1">
  <p:cSld name="TITLE_AND_BODY_9">
    <p:spTree>
      <p:nvGrpSpPr>
        <p:cNvPr id="1" name="Shape 402"/>
        <p:cNvGrpSpPr/>
        <p:nvPr/>
      </p:nvGrpSpPr>
      <p:grpSpPr>
        <a:xfrm>
          <a:off x="0" y="0"/>
          <a:ext cx="0" cy="0"/>
          <a:chOff x="0" y="0"/>
          <a:chExt cx="0" cy="0"/>
        </a:xfrm>
      </p:grpSpPr>
      <p:sp>
        <p:nvSpPr>
          <p:cNvPr id="403" name="Google Shape;403;p65"/>
          <p:cNvSpPr txBox="1">
            <a:spLocks noGrp="1"/>
          </p:cNvSpPr>
          <p:nvPr>
            <p:ph type="sldNum" idx="12"/>
          </p:nvPr>
        </p:nvSpPr>
        <p:spPr>
          <a:xfrm>
            <a:off x="8588391" y="4721996"/>
            <a:ext cx="180900" cy="174600"/>
          </a:xfrm>
          <a:prstGeom prst="rect">
            <a:avLst/>
          </a:prstGeom>
          <a:noFill/>
          <a:ln>
            <a:noFill/>
          </a:ln>
        </p:spPr>
        <p:txBody>
          <a:bodyPr spcFirstLastPara="1" wrap="square" lIns="45725" tIns="45725" rIns="45725" bIns="45725" anchor="ctr" anchorCtr="0">
            <a:normAutofit lnSpcReduction="10000"/>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21" Type="http://schemas.openxmlformats.org/officeDocument/2006/relationships/image" Target="../media/image1.png"/><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26" Type="http://schemas.openxmlformats.org/officeDocument/2006/relationships/image" Target="../media/image1.png"/><Relationship Id="rId3" Type="http://schemas.openxmlformats.org/officeDocument/2006/relationships/slideLayout" Target="../slideLayouts/slideLayout41.xml"/><Relationship Id="rId21" Type="http://schemas.openxmlformats.org/officeDocument/2006/relationships/slideLayout" Target="../slideLayouts/slideLayout59.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5" Type="http://schemas.openxmlformats.org/officeDocument/2006/relationships/theme" Target="../theme/theme3.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slideLayout" Target="../slideLayouts/slideLayout58.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24" Type="http://schemas.openxmlformats.org/officeDocument/2006/relationships/slideLayout" Target="../slideLayouts/slideLayout62.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23" Type="http://schemas.openxmlformats.org/officeDocument/2006/relationships/slideLayout" Target="../slideLayouts/slideLayout61.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 Id="rId22"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spcBef>
                <a:spcPts val="0"/>
              </a:spcBef>
              <a:spcAft>
                <a:spcPts val="0"/>
              </a:spcAft>
              <a:buClr>
                <a:schemeClr val="dk1"/>
              </a:buClr>
              <a:buSzPts val="2800"/>
              <a:buFont typeface="Assistant"/>
              <a:buNone/>
              <a:defRPr sz="2800" b="1">
                <a:solidFill>
                  <a:schemeClr val="dk1"/>
                </a:solidFill>
                <a:latin typeface="Assistant"/>
                <a:ea typeface="Assistant"/>
                <a:cs typeface="Assistant"/>
                <a:sym typeface="Assistan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Assistant"/>
              <a:buChar char="●"/>
              <a:defRPr sz="1800">
                <a:solidFill>
                  <a:schemeClr val="dk1"/>
                </a:solidFill>
                <a:latin typeface="Assistant"/>
                <a:ea typeface="Assistant"/>
                <a:cs typeface="Assistant"/>
                <a:sym typeface="Assistant"/>
              </a:defRPr>
            </a:lvl1pPr>
            <a:lvl2pPr marL="914400" lvl="1"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marL="1371600" lvl="2"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marL="1828800" lvl="3"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marL="2286000" lvl="4"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marL="2743200" lvl="5"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marL="3200400" lvl="6"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marL="3657600" lvl="7"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marL="4114800" lvl="8" indent="-317500">
              <a:lnSpc>
                <a:spcPct val="115000"/>
              </a:lnSpc>
              <a:spcBef>
                <a:spcPts val="1000"/>
              </a:spcBef>
              <a:spcAft>
                <a:spcPts val="1000"/>
              </a:spcAft>
              <a:buClr>
                <a:schemeClr val="dk1"/>
              </a:buClr>
              <a:buSzPts val="1400"/>
              <a:buFont typeface="Assistant"/>
              <a:buChar char="■"/>
              <a:defRPr>
                <a:solidFill>
                  <a:schemeClr val="dk1"/>
                </a:solidFill>
                <a:latin typeface="Assistant"/>
                <a:ea typeface="Assistant"/>
                <a:cs typeface="Assistant"/>
                <a:sym typeface="Assistant"/>
              </a:defRPr>
            </a:lvl9pPr>
          </a:lstStyle>
          <a:p>
            <a:endParaRPr/>
          </a:p>
        </p:txBody>
      </p:sp>
      <p:sp>
        <p:nvSpPr>
          <p:cNvPr id="8" name="Google Shape;8;p1"/>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lvl="0" algn="r">
              <a:buNone/>
              <a:defRPr sz="800">
                <a:solidFill>
                  <a:schemeClr val="dk2"/>
                </a:solidFill>
                <a:latin typeface="Assistant"/>
                <a:ea typeface="Assistant"/>
                <a:cs typeface="Assistant"/>
                <a:sym typeface="Assistant"/>
              </a:defRPr>
            </a:lvl1pPr>
            <a:lvl2pPr lvl="1" algn="r">
              <a:buNone/>
              <a:defRPr sz="800">
                <a:solidFill>
                  <a:schemeClr val="dk2"/>
                </a:solidFill>
                <a:latin typeface="Assistant"/>
                <a:ea typeface="Assistant"/>
                <a:cs typeface="Assistant"/>
                <a:sym typeface="Assistant"/>
              </a:defRPr>
            </a:lvl2pPr>
            <a:lvl3pPr lvl="2" algn="r">
              <a:buNone/>
              <a:defRPr sz="800">
                <a:solidFill>
                  <a:schemeClr val="dk2"/>
                </a:solidFill>
                <a:latin typeface="Assistant"/>
                <a:ea typeface="Assistant"/>
                <a:cs typeface="Assistant"/>
                <a:sym typeface="Assistant"/>
              </a:defRPr>
            </a:lvl3pPr>
            <a:lvl4pPr lvl="3" algn="r">
              <a:buNone/>
              <a:defRPr sz="800">
                <a:solidFill>
                  <a:schemeClr val="dk2"/>
                </a:solidFill>
                <a:latin typeface="Assistant"/>
                <a:ea typeface="Assistant"/>
                <a:cs typeface="Assistant"/>
                <a:sym typeface="Assistant"/>
              </a:defRPr>
            </a:lvl4pPr>
            <a:lvl5pPr lvl="4" algn="r">
              <a:buNone/>
              <a:defRPr sz="800">
                <a:solidFill>
                  <a:schemeClr val="dk2"/>
                </a:solidFill>
                <a:latin typeface="Assistant"/>
                <a:ea typeface="Assistant"/>
                <a:cs typeface="Assistant"/>
                <a:sym typeface="Assistant"/>
              </a:defRPr>
            </a:lvl5pPr>
            <a:lvl6pPr lvl="5" algn="r">
              <a:buNone/>
              <a:defRPr sz="800">
                <a:solidFill>
                  <a:schemeClr val="dk2"/>
                </a:solidFill>
                <a:latin typeface="Assistant"/>
                <a:ea typeface="Assistant"/>
                <a:cs typeface="Assistant"/>
                <a:sym typeface="Assistant"/>
              </a:defRPr>
            </a:lvl6pPr>
            <a:lvl7pPr lvl="6" algn="r">
              <a:buNone/>
              <a:defRPr sz="800">
                <a:solidFill>
                  <a:schemeClr val="dk2"/>
                </a:solidFill>
                <a:latin typeface="Assistant"/>
                <a:ea typeface="Assistant"/>
                <a:cs typeface="Assistant"/>
                <a:sym typeface="Assistant"/>
              </a:defRPr>
            </a:lvl7pPr>
            <a:lvl8pPr lvl="7" algn="r">
              <a:buNone/>
              <a:defRPr sz="800">
                <a:solidFill>
                  <a:schemeClr val="dk2"/>
                </a:solidFill>
                <a:latin typeface="Assistant"/>
                <a:ea typeface="Assistant"/>
                <a:cs typeface="Assistant"/>
                <a:sym typeface="Assistant"/>
              </a:defRPr>
            </a:lvl8pPr>
            <a:lvl9pPr lvl="8" algn="r">
              <a:buNone/>
              <a:defRPr sz="800">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grpSp>
        <p:nvGrpSpPr>
          <p:cNvPr id="9" name="Google Shape;9;p1"/>
          <p:cNvGrpSpPr/>
          <p:nvPr/>
        </p:nvGrpSpPr>
        <p:grpSpPr>
          <a:xfrm>
            <a:off x="8458848" y="343116"/>
            <a:ext cx="381224" cy="576102"/>
            <a:chOff x="8458848" y="343116"/>
            <a:chExt cx="381224" cy="576102"/>
          </a:xfrm>
        </p:grpSpPr>
        <p:sp>
          <p:nvSpPr>
            <p:cNvPr id="10" name="Google Shape;10;p1"/>
            <p:cNvSpPr/>
            <p:nvPr/>
          </p:nvSpPr>
          <p:spPr>
            <a:xfrm>
              <a:off x="8458848" y="343116"/>
              <a:ext cx="381224" cy="576102"/>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Google Shape;11;p1"/>
            <p:cNvPicPr preferRelativeResize="0"/>
            <p:nvPr/>
          </p:nvPicPr>
          <p:blipFill rotWithShape="1">
            <a:blip r:embed="rId21">
              <a:alphaModFix/>
            </a:blip>
            <a:srcRect l="80" r="80"/>
            <a:stretch/>
          </p:blipFill>
          <p:spPr>
            <a:xfrm>
              <a:off x="8480104" y="384425"/>
              <a:ext cx="338711" cy="497406"/>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96">
          <p15:clr>
            <a:srgbClr val="EA4335"/>
          </p15:clr>
        </p15:guide>
        <p15:guide id="2" pos="5564">
          <p15:clr>
            <a:srgbClr val="EA4335"/>
          </p15:clr>
        </p15:guide>
        <p15:guide id="3" orient="horz" pos="216">
          <p15:clr>
            <a:srgbClr val="EA4335"/>
          </p15:clr>
        </p15:guide>
        <p15:guide id="4" orient="horz" pos="2937">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30"/>
        <p:cNvGrpSpPr/>
        <p:nvPr/>
      </p:nvGrpSpPr>
      <p:grpSpPr>
        <a:xfrm>
          <a:off x="0" y="0"/>
          <a:ext cx="0" cy="0"/>
          <a:chOff x="0" y="0"/>
          <a:chExt cx="0" cy="0"/>
        </a:xfrm>
      </p:grpSpPr>
      <p:sp>
        <p:nvSpPr>
          <p:cNvPr id="131" name="Google Shape;131;p21"/>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marR="0" lvl="0" algn="l">
              <a:lnSpc>
                <a:spcPct val="100000"/>
              </a:lnSpc>
              <a:spcBef>
                <a:spcPts val="0"/>
              </a:spcBef>
              <a:spcAft>
                <a:spcPts val="0"/>
              </a:spcAft>
              <a:buClr>
                <a:schemeClr val="dk1"/>
              </a:buClr>
              <a:buSzPts val="2800"/>
              <a:buFont typeface="Assistant"/>
              <a:buNone/>
              <a:defRPr sz="2800" b="1" i="0" u="none" strike="noStrike" cap="none">
                <a:solidFill>
                  <a:schemeClr val="dk1"/>
                </a:solidFill>
                <a:latin typeface="Assistant"/>
                <a:ea typeface="Assistant"/>
                <a:cs typeface="Assistant"/>
                <a:sym typeface="Assistant"/>
              </a:defRPr>
            </a:lvl1pPr>
            <a:lvl2pPr marR="0" lvl="1"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32" name="Google Shape;132;p21"/>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marR="0" lvl="0" indent="-342900" algn="l">
              <a:lnSpc>
                <a:spcPct val="115000"/>
              </a:lnSpc>
              <a:spcBef>
                <a:spcPts val="0"/>
              </a:spcBef>
              <a:spcAft>
                <a:spcPts val="0"/>
              </a:spcAft>
              <a:buClr>
                <a:schemeClr val="dk1"/>
              </a:buClr>
              <a:buSzPts val="1800"/>
              <a:buFont typeface="Assistant"/>
              <a:buChar char="●"/>
              <a:defRPr sz="1800" b="0" i="0" u="none" strike="noStrike" cap="none">
                <a:solidFill>
                  <a:schemeClr val="dk1"/>
                </a:solidFill>
                <a:latin typeface="Assistant"/>
                <a:ea typeface="Assistant"/>
                <a:cs typeface="Assistant"/>
                <a:sym typeface="Assistant"/>
              </a:defRPr>
            </a:lvl1pPr>
            <a:lvl2pPr marL="914400" marR="0" lvl="1"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a:lnSpc>
                <a:spcPct val="115000"/>
              </a:lnSpc>
              <a:spcBef>
                <a:spcPts val="1000"/>
              </a:spcBef>
              <a:spcAft>
                <a:spcPts val="100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endParaRPr/>
          </a:p>
        </p:txBody>
      </p:sp>
      <p:sp>
        <p:nvSpPr>
          <p:cNvPr id="133" name="Google Shape;133;p21"/>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grpSp>
        <p:nvGrpSpPr>
          <p:cNvPr id="134" name="Google Shape;134;p21"/>
          <p:cNvGrpSpPr/>
          <p:nvPr/>
        </p:nvGrpSpPr>
        <p:grpSpPr>
          <a:xfrm>
            <a:off x="8458848" y="343116"/>
            <a:ext cx="381300" cy="576000"/>
            <a:chOff x="8458848" y="343116"/>
            <a:chExt cx="381300" cy="576000"/>
          </a:xfrm>
        </p:grpSpPr>
        <p:sp>
          <p:nvSpPr>
            <p:cNvPr id="135" name="Google Shape;135;p21"/>
            <p:cNvSpPr/>
            <p:nvPr/>
          </p:nvSpPr>
          <p:spPr>
            <a:xfrm>
              <a:off x="8458848" y="343116"/>
              <a:ext cx="381300" cy="576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6" name="Google Shape;136;p21"/>
            <p:cNvPicPr preferRelativeResize="0"/>
            <p:nvPr/>
          </p:nvPicPr>
          <p:blipFill rotWithShape="1">
            <a:blip r:embed="rId21">
              <a:alphaModFix/>
            </a:blip>
            <a:srcRect l="80" r="80"/>
            <a:stretch/>
          </p:blipFill>
          <p:spPr>
            <a:xfrm>
              <a:off x="8480104" y="384425"/>
              <a:ext cx="338711" cy="497406"/>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96">
          <p15:clr>
            <a:srgbClr val="EA4335"/>
          </p15:clr>
        </p15:guide>
        <p15:guide id="2" pos="5564">
          <p15:clr>
            <a:srgbClr val="EA4335"/>
          </p15:clr>
        </p15:guide>
        <p15:guide id="3" orient="horz" pos="216">
          <p15:clr>
            <a:srgbClr val="EA4335"/>
          </p15:clr>
        </p15:guide>
        <p15:guide id="4" orient="horz" pos="2937">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55"/>
        <p:cNvGrpSpPr/>
        <p:nvPr/>
      </p:nvGrpSpPr>
      <p:grpSpPr>
        <a:xfrm>
          <a:off x="0" y="0"/>
          <a:ext cx="0" cy="0"/>
          <a:chOff x="0" y="0"/>
          <a:chExt cx="0" cy="0"/>
        </a:xfrm>
      </p:grpSpPr>
      <p:sp>
        <p:nvSpPr>
          <p:cNvPr id="256" name="Google Shape;256;p41"/>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marR="0" lvl="0" algn="l">
              <a:lnSpc>
                <a:spcPct val="100000"/>
              </a:lnSpc>
              <a:spcBef>
                <a:spcPts val="0"/>
              </a:spcBef>
              <a:spcAft>
                <a:spcPts val="0"/>
              </a:spcAft>
              <a:buClr>
                <a:schemeClr val="dk1"/>
              </a:buClr>
              <a:buSzPts val="2800"/>
              <a:buFont typeface="Assistant"/>
              <a:buNone/>
              <a:defRPr sz="2800" b="1" i="0" u="none" strike="noStrike" cap="none">
                <a:solidFill>
                  <a:schemeClr val="dk1"/>
                </a:solidFill>
                <a:latin typeface="Assistant"/>
                <a:ea typeface="Assistant"/>
                <a:cs typeface="Assistant"/>
                <a:sym typeface="Assistant"/>
              </a:defRPr>
            </a:lvl1pPr>
            <a:lvl2pPr marR="0" lvl="1"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257" name="Google Shape;257;p41"/>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marR="0" lvl="0" indent="-342900" algn="l">
              <a:lnSpc>
                <a:spcPct val="115000"/>
              </a:lnSpc>
              <a:spcBef>
                <a:spcPts val="0"/>
              </a:spcBef>
              <a:spcAft>
                <a:spcPts val="0"/>
              </a:spcAft>
              <a:buClr>
                <a:schemeClr val="dk1"/>
              </a:buClr>
              <a:buSzPts val="1800"/>
              <a:buFont typeface="Assistant"/>
              <a:buChar char="●"/>
              <a:defRPr sz="1800" b="0" i="0" u="none" strike="noStrike" cap="none">
                <a:solidFill>
                  <a:schemeClr val="dk1"/>
                </a:solidFill>
                <a:latin typeface="Assistant"/>
                <a:ea typeface="Assistant"/>
                <a:cs typeface="Assistant"/>
                <a:sym typeface="Assistant"/>
              </a:defRPr>
            </a:lvl1pPr>
            <a:lvl2pPr marL="914400" marR="0" lvl="1"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a:lnSpc>
                <a:spcPct val="115000"/>
              </a:lnSpc>
              <a:spcBef>
                <a:spcPts val="1000"/>
              </a:spcBef>
              <a:spcAft>
                <a:spcPts val="100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endParaRPr/>
          </a:p>
        </p:txBody>
      </p:sp>
      <p:sp>
        <p:nvSpPr>
          <p:cNvPr id="258" name="Google Shape;258;p41"/>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259" name="Google Shape;259;p41"/>
          <p:cNvSpPr/>
          <p:nvPr/>
        </p:nvSpPr>
        <p:spPr>
          <a:xfrm>
            <a:off x="7157996" y="4762665"/>
            <a:ext cx="1308600" cy="274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60" name="Google Shape;260;p41"/>
          <p:cNvGrpSpPr/>
          <p:nvPr/>
        </p:nvGrpSpPr>
        <p:grpSpPr>
          <a:xfrm>
            <a:off x="8458848" y="343116"/>
            <a:ext cx="381300" cy="576000"/>
            <a:chOff x="8458848" y="343116"/>
            <a:chExt cx="381300" cy="576000"/>
          </a:xfrm>
        </p:grpSpPr>
        <p:sp>
          <p:nvSpPr>
            <p:cNvPr id="261" name="Google Shape;261;p41"/>
            <p:cNvSpPr/>
            <p:nvPr/>
          </p:nvSpPr>
          <p:spPr>
            <a:xfrm>
              <a:off x="8458848" y="343116"/>
              <a:ext cx="381300" cy="576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2" name="Google Shape;262;p41"/>
            <p:cNvPicPr preferRelativeResize="0"/>
            <p:nvPr/>
          </p:nvPicPr>
          <p:blipFill rotWithShape="1">
            <a:blip r:embed="rId26">
              <a:alphaModFix/>
            </a:blip>
            <a:srcRect l="80" r="80"/>
            <a:stretch/>
          </p:blipFill>
          <p:spPr>
            <a:xfrm>
              <a:off x="8480104" y="384425"/>
              <a:ext cx="338711" cy="497406"/>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96">
          <p15:clr>
            <a:srgbClr val="EA4335"/>
          </p15:clr>
        </p15:guide>
        <p15:guide id="2" pos="5564">
          <p15:clr>
            <a:srgbClr val="EA4335"/>
          </p15:clr>
        </p15:guide>
        <p15:guide id="3" orient="horz" pos="216">
          <p15:clr>
            <a:srgbClr val="EA4335"/>
          </p15:clr>
        </p15:guide>
        <p15:guide id="4" orient="horz" pos="2937">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66"/>
          <p:cNvSpPr txBox="1">
            <a:spLocks noGrp="1"/>
          </p:cNvSpPr>
          <p:nvPr>
            <p:ph type="ctrTitle"/>
          </p:nvPr>
        </p:nvSpPr>
        <p:spPr>
          <a:xfrm>
            <a:off x="311700" y="1239060"/>
            <a:ext cx="6089100" cy="1776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US" sz="3500" dirty="0">
                <a:solidFill>
                  <a:srgbClr val="F06235"/>
                </a:solidFill>
              </a:rPr>
              <a:t>Water Pump Functionality Prediction</a:t>
            </a:r>
            <a:endParaRPr sz="5100" dirty="0">
              <a:solidFill>
                <a:srgbClr val="F06235"/>
              </a:solidFill>
            </a:endParaRPr>
          </a:p>
        </p:txBody>
      </p:sp>
      <p:sp>
        <p:nvSpPr>
          <p:cNvPr id="409" name="Google Shape;409;p66"/>
          <p:cNvSpPr txBox="1">
            <a:spLocks noGrp="1"/>
          </p:cNvSpPr>
          <p:nvPr>
            <p:ph type="subTitle" idx="1"/>
          </p:nvPr>
        </p:nvSpPr>
        <p:spPr>
          <a:xfrm>
            <a:off x="311700" y="3550023"/>
            <a:ext cx="6089100" cy="1356101"/>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3000" b="1" dirty="0"/>
              <a:t>Godwin Emeriego</a:t>
            </a:r>
          </a:p>
          <a:p>
            <a:pPr marL="0" indent="0"/>
            <a:r>
              <a:rPr lang="en-US" sz="3000" b="1" dirty="0"/>
              <a:t>Gamaliel Toka</a:t>
            </a:r>
          </a:p>
          <a:p>
            <a:pPr marL="0" lvl="0" indent="0" algn="l" rtl="0">
              <a:spcBef>
                <a:spcPts val="0"/>
              </a:spcBef>
              <a:spcAft>
                <a:spcPts val="0"/>
              </a:spcAft>
              <a:buNone/>
            </a:pPr>
            <a:endParaRPr sz="3000" b="1" dirty="0"/>
          </a:p>
          <a:p>
            <a:pPr marL="0" lvl="0" indent="0" algn="l" rtl="0">
              <a:spcBef>
                <a:spcPts val="0"/>
              </a:spcBef>
              <a:spcAft>
                <a:spcPts val="0"/>
              </a:spcAft>
              <a:buNone/>
            </a:pPr>
            <a:endParaRPr sz="3000" b="1" dirty="0"/>
          </a:p>
          <a:p>
            <a:pPr marL="0" lvl="0" indent="0" algn="l" rtl="0">
              <a:spcBef>
                <a:spcPts val="0"/>
              </a:spcBef>
              <a:spcAft>
                <a:spcPts val="0"/>
              </a:spcAft>
              <a:buNone/>
            </a:pPr>
            <a:endParaRPr sz="3000" b="1" dirty="0"/>
          </a:p>
        </p:txBody>
      </p:sp>
      <p:pic>
        <p:nvPicPr>
          <p:cNvPr id="1026" name="Picture 2" descr="Old water pump Vector Images &amp; Graphics ...">
            <a:extLst>
              <a:ext uri="{FF2B5EF4-FFF2-40B4-BE49-F238E27FC236}">
                <a16:creationId xmlns:a16="http://schemas.microsoft.com/office/drawing/2014/main" id="{E5C3750C-6666-4920-9648-8436BDC95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0763" y="236667"/>
            <a:ext cx="2143125" cy="10865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67"/>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spcBef>
                <a:spcPts val="0"/>
              </a:spcBef>
              <a:spcAft>
                <a:spcPts val="0"/>
              </a:spcAft>
              <a:buClr>
                <a:srgbClr val="000000"/>
              </a:buClr>
              <a:buSzPct val="100000"/>
              <a:buFont typeface="Arial"/>
              <a:buNone/>
            </a:pPr>
            <a:fld id="{00000000-1234-1234-1234-123412341234}" type="slidenum">
              <a:rPr lang="en">
                <a:solidFill>
                  <a:schemeClr val="dk2"/>
                </a:solidFill>
              </a:rPr>
              <a:t>2</a:t>
            </a:fld>
            <a:endParaRPr>
              <a:solidFill>
                <a:schemeClr val="dk2"/>
              </a:solidFill>
            </a:endParaRPr>
          </a:p>
        </p:txBody>
      </p:sp>
      <p:sp>
        <p:nvSpPr>
          <p:cNvPr id="416" name="Google Shape;416;p67"/>
          <p:cNvSpPr txBox="1"/>
          <p:nvPr/>
        </p:nvSpPr>
        <p:spPr>
          <a:xfrm>
            <a:off x="311150" y="1426400"/>
            <a:ext cx="7968000" cy="3236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2300">
                <a:solidFill>
                  <a:schemeClr val="dk1"/>
                </a:solidFill>
                <a:highlight>
                  <a:srgbClr val="FFFFFF"/>
                </a:highlight>
                <a:latin typeface="Assistant"/>
                <a:ea typeface="Assistant"/>
                <a:cs typeface="Assistant"/>
                <a:sym typeface="Assistant"/>
              </a:rPr>
              <a:t>        </a:t>
            </a:r>
            <a:r>
              <a:rPr lang="en" sz="2700">
                <a:solidFill>
                  <a:schemeClr val="dk1"/>
                </a:solidFill>
                <a:highlight>
                  <a:srgbClr val="FFFFFF"/>
                </a:highlight>
              </a:rPr>
              <a:t>Project recap</a:t>
            </a:r>
            <a:endParaRPr sz="2700">
              <a:solidFill>
                <a:schemeClr val="dk1"/>
              </a:solidFill>
              <a:highlight>
                <a:srgbClr val="FFFFFF"/>
              </a:highlight>
            </a:endParaRPr>
          </a:p>
          <a:p>
            <a:pPr marL="0" marR="0" lvl="0" indent="0" algn="l" rtl="0">
              <a:lnSpc>
                <a:spcPct val="100000"/>
              </a:lnSpc>
              <a:spcBef>
                <a:spcPts val="0"/>
              </a:spcBef>
              <a:spcAft>
                <a:spcPts val="0"/>
              </a:spcAft>
              <a:buNone/>
            </a:pPr>
            <a:r>
              <a:rPr lang="en" sz="2700">
                <a:solidFill>
                  <a:schemeClr val="dk1"/>
                </a:solidFill>
                <a:highlight>
                  <a:srgbClr val="FFFFFF"/>
                </a:highlight>
              </a:rPr>
              <a:t>     Project Questions</a:t>
            </a:r>
            <a:endParaRPr sz="2700">
              <a:solidFill>
                <a:schemeClr val="dk1"/>
              </a:solidFill>
              <a:highlight>
                <a:srgbClr val="FFFFFF"/>
              </a:highlight>
            </a:endParaRPr>
          </a:p>
          <a:p>
            <a:pPr marL="457200" marR="0" lvl="0" indent="0" algn="l" rtl="0">
              <a:lnSpc>
                <a:spcPct val="100000"/>
              </a:lnSpc>
              <a:spcBef>
                <a:spcPts val="0"/>
              </a:spcBef>
              <a:spcAft>
                <a:spcPts val="0"/>
              </a:spcAft>
              <a:buNone/>
            </a:pPr>
            <a:r>
              <a:rPr lang="en" sz="2900">
                <a:solidFill>
                  <a:schemeClr val="dk1"/>
                </a:solidFill>
              </a:rPr>
              <a:t>Process</a:t>
            </a:r>
            <a:endParaRPr sz="2900" i="0" u="none" strike="noStrike" cap="none">
              <a:solidFill>
                <a:schemeClr val="dk1"/>
              </a:solidFill>
            </a:endParaRPr>
          </a:p>
          <a:p>
            <a:pPr marL="457200" marR="0" lvl="0" indent="0" algn="l" rtl="0">
              <a:lnSpc>
                <a:spcPct val="100000"/>
              </a:lnSpc>
              <a:spcBef>
                <a:spcPts val="0"/>
              </a:spcBef>
              <a:spcAft>
                <a:spcPts val="0"/>
              </a:spcAft>
              <a:buNone/>
            </a:pPr>
            <a:r>
              <a:rPr lang="en" sz="2900">
                <a:solidFill>
                  <a:schemeClr val="dk1"/>
                </a:solidFill>
              </a:rPr>
              <a:t>Insight</a:t>
            </a:r>
            <a:endParaRPr sz="2900">
              <a:solidFill>
                <a:schemeClr val="dk1"/>
              </a:solidFill>
            </a:endParaRPr>
          </a:p>
          <a:p>
            <a:pPr marL="457200" marR="0" lvl="0" indent="0" algn="l" rtl="0">
              <a:lnSpc>
                <a:spcPct val="100000"/>
              </a:lnSpc>
              <a:spcBef>
                <a:spcPts val="0"/>
              </a:spcBef>
              <a:spcAft>
                <a:spcPts val="0"/>
              </a:spcAft>
              <a:buNone/>
            </a:pPr>
            <a:r>
              <a:rPr lang="en" sz="2700">
                <a:solidFill>
                  <a:schemeClr val="dk1"/>
                </a:solidFill>
              </a:rPr>
              <a:t>Summary</a:t>
            </a:r>
            <a:endParaRPr sz="2700">
              <a:solidFill>
                <a:schemeClr val="dk1"/>
              </a:solidFill>
              <a:highlight>
                <a:srgbClr val="FFFFFF"/>
              </a:highlight>
            </a:endParaRPr>
          </a:p>
          <a:p>
            <a:pPr marL="457200" marR="0" lvl="0" indent="0" algn="l" rtl="0">
              <a:lnSpc>
                <a:spcPct val="100000"/>
              </a:lnSpc>
              <a:spcBef>
                <a:spcPts val="0"/>
              </a:spcBef>
              <a:spcAft>
                <a:spcPts val="0"/>
              </a:spcAft>
              <a:buNone/>
            </a:pPr>
            <a:endParaRPr sz="2300">
              <a:solidFill>
                <a:schemeClr val="dk1"/>
              </a:solidFill>
              <a:latin typeface="Assistant"/>
              <a:ea typeface="Assistant"/>
              <a:cs typeface="Assistant"/>
              <a:sym typeface="Assistant"/>
            </a:endParaRPr>
          </a:p>
        </p:txBody>
      </p:sp>
      <p:sp>
        <p:nvSpPr>
          <p:cNvPr id="417" name="Google Shape;417;p67"/>
          <p:cNvSpPr txBox="1">
            <a:spLocks noGrp="1"/>
          </p:cNvSpPr>
          <p:nvPr>
            <p:ph type="body" idx="1"/>
          </p:nvPr>
        </p:nvSpPr>
        <p:spPr>
          <a:xfrm>
            <a:off x="311701" y="1105372"/>
            <a:ext cx="3999900" cy="36573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2300" dirty="0">
                <a:highlight>
                  <a:schemeClr val="accent3"/>
                </a:highlight>
              </a:rPr>
              <a:t>       </a:t>
            </a:r>
            <a:r>
              <a:rPr lang="en" sz="2500" b="1" dirty="0">
                <a:highlight>
                  <a:schemeClr val="accent3"/>
                </a:highlight>
              </a:rPr>
              <a:t> </a:t>
            </a:r>
            <a:r>
              <a:rPr lang="en" sz="2500" b="1" dirty="0">
                <a:solidFill>
                  <a:srgbClr val="F06235"/>
                </a:solidFill>
                <a:highlight>
                  <a:schemeClr val="accent3"/>
                </a:highlight>
                <a:latin typeface="Arial"/>
                <a:ea typeface="Arial"/>
                <a:cs typeface="Arial"/>
                <a:sym typeface="Arial"/>
              </a:rPr>
              <a:t>O</a:t>
            </a:r>
            <a:r>
              <a:rPr lang="en" sz="2500" b="1" dirty="0">
                <a:solidFill>
                  <a:srgbClr val="F06235"/>
                </a:solidFill>
                <a:latin typeface="Arial"/>
                <a:ea typeface="Arial"/>
                <a:cs typeface="Arial"/>
                <a:sym typeface="Arial"/>
              </a:rPr>
              <a:t>utline</a:t>
            </a:r>
            <a:endParaRPr sz="2500" b="1" dirty="0">
              <a:highlight>
                <a:schemeClr val="lt1"/>
              </a:highlight>
            </a:endParaRPr>
          </a:p>
          <a:p>
            <a:pPr marL="0" lvl="0" indent="0">
              <a:lnSpc>
                <a:spcPct val="100000"/>
              </a:lnSpc>
              <a:buNone/>
            </a:pPr>
            <a:endParaRPr lang="en-US" sz="1600" dirty="0"/>
          </a:p>
          <a:p>
            <a:pPr marL="342900" lvl="0" indent="-342900" algn="l" rtl="0">
              <a:lnSpc>
                <a:spcPct val="100000"/>
              </a:lnSpc>
              <a:spcBef>
                <a:spcPts val="0"/>
              </a:spcBef>
              <a:spcAft>
                <a:spcPts val="0"/>
              </a:spcAft>
              <a:buClr>
                <a:schemeClr val="dk1"/>
              </a:buClr>
              <a:buSzPts val="1100"/>
              <a:buFont typeface="Arial" panose="020B0604020202020204" pitchFamily="34" charset="0"/>
              <a:buChar char="•"/>
            </a:pPr>
            <a:r>
              <a:rPr lang="en-US" sz="2400" dirty="0">
                <a:highlight>
                  <a:schemeClr val="accent3"/>
                </a:highlight>
              </a:rPr>
              <a:t>Project recap</a:t>
            </a:r>
          </a:p>
          <a:p>
            <a:pPr marL="342900" lvl="0" indent="-342900" algn="l" rtl="0">
              <a:lnSpc>
                <a:spcPct val="100000"/>
              </a:lnSpc>
              <a:spcBef>
                <a:spcPts val="0"/>
              </a:spcBef>
              <a:spcAft>
                <a:spcPts val="0"/>
              </a:spcAft>
              <a:buClr>
                <a:schemeClr val="dk1"/>
              </a:buClr>
              <a:buSzPts val="1100"/>
              <a:buFont typeface="Arial" panose="020B0604020202020204" pitchFamily="34" charset="0"/>
              <a:buChar char="•"/>
            </a:pPr>
            <a:r>
              <a:rPr lang="en-US" sz="2400" dirty="0">
                <a:highlight>
                  <a:schemeClr val="accent3"/>
                </a:highlight>
              </a:rPr>
              <a:t>Data exploration</a:t>
            </a:r>
          </a:p>
          <a:p>
            <a:pPr marL="342900" lvl="0" indent="-342900" algn="l" rtl="0">
              <a:lnSpc>
                <a:spcPct val="100000"/>
              </a:lnSpc>
              <a:spcBef>
                <a:spcPts val="0"/>
              </a:spcBef>
              <a:spcAft>
                <a:spcPts val="0"/>
              </a:spcAft>
              <a:buClr>
                <a:schemeClr val="dk1"/>
              </a:buClr>
              <a:buSzPts val="1100"/>
              <a:buFont typeface="Arial" panose="020B0604020202020204" pitchFamily="34" charset="0"/>
              <a:buChar char="•"/>
            </a:pPr>
            <a:r>
              <a:rPr lang="en-US" sz="2400" dirty="0">
                <a:highlight>
                  <a:schemeClr val="accent3"/>
                </a:highlight>
              </a:rPr>
              <a:t>Research questions</a:t>
            </a:r>
            <a:r>
              <a:rPr lang="en" sz="2400" dirty="0">
                <a:highlight>
                  <a:schemeClr val="accent3"/>
                </a:highlight>
              </a:rPr>
              <a:t> </a:t>
            </a:r>
            <a:r>
              <a:rPr lang="en-US" sz="2400" dirty="0">
                <a:highlight>
                  <a:schemeClr val="accent3"/>
                </a:highlight>
              </a:rPr>
              <a:t>and analytical insight </a:t>
            </a:r>
            <a:r>
              <a:rPr lang="en" sz="2400" dirty="0">
                <a:highlight>
                  <a:schemeClr val="accent3"/>
                </a:highlight>
              </a:rPr>
              <a:t> </a:t>
            </a:r>
          </a:p>
          <a:p>
            <a:pPr marL="342900" lvl="0" indent="-342900" algn="l" rtl="0">
              <a:lnSpc>
                <a:spcPct val="100000"/>
              </a:lnSpc>
              <a:spcBef>
                <a:spcPts val="0"/>
              </a:spcBef>
              <a:spcAft>
                <a:spcPts val="0"/>
              </a:spcAft>
              <a:buClr>
                <a:schemeClr val="dk1"/>
              </a:buClr>
              <a:buSzPts val="1100"/>
              <a:buFont typeface="Arial" panose="020B0604020202020204" pitchFamily="34" charset="0"/>
              <a:buChar char="•"/>
            </a:pPr>
            <a:r>
              <a:rPr lang="en" sz="2400" dirty="0">
                <a:highlight>
                  <a:schemeClr val="accent3"/>
                </a:highlight>
              </a:rPr>
              <a:t>Summary  </a:t>
            </a:r>
            <a:endParaRPr sz="2400" dirty="0">
              <a:highlight>
                <a:schemeClr val="accent3"/>
              </a:highlight>
            </a:endParaRPr>
          </a:p>
        </p:txBody>
      </p:sp>
      <p:sp>
        <p:nvSpPr>
          <p:cNvPr id="418" name="Google Shape;418;p67"/>
          <p:cNvSpPr txBox="1">
            <a:spLocks noGrp="1"/>
          </p:cNvSpPr>
          <p:nvPr>
            <p:ph type="body" idx="2"/>
          </p:nvPr>
        </p:nvSpPr>
        <p:spPr>
          <a:xfrm>
            <a:off x="4832400" y="1005850"/>
            <a:ext cx="3999900" cy="3657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dirty="0"/>
          </a:p>
        </p:txBody>
      </p:sp>
      <p:pic>
        <p:nvPicPr>
          <p:cNvPr id="9" name="Picture 2" descr="Old water pump Vector Images &amp; Graphics ...">
            <a:extLst>
              <a:ext uri="{FF2B5EF4-FFF2-40B4-BE49-F238E27FC236}">
                <a16:creationId xmlns:a16="http://schemas.microsoft.com/office/drawing/2014/main" id="{54E2FACC-D395-4950-A9FF-6DBCF601D0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2400" y="906328"/>
            <a:ext cx="4085688" cy="38563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68"/>
          <p:cNvSpPr txBox="1">
            <a:spLocks noGrp="1"/>
          </p:cNvSpPr>
          <p:nvPr>
            <p:ph type="body" idx="1"/>
          </p:nvPr>
        </p:nvSpPr>
        <p:spPr>
          <a:xfrm>
            <a:off x="244025" y="1005850"/>
            <a:ext cx="3999900" cy="3657300"/>
          </a:xfrm>
          <a:prstGeom prst="rect">
            <a:avLst/>
          </a:prstGeom>
          <a:solidFill>
            <a:schemeClr val="accent3"/>
          </a:solidFill>
        </p:spPr>
        <p:txBody>
          <a:bodyPr spcFirstLastPara="1" wrap="square" lIns="91425" tIns="91425" rIns="91425" bIns="91425" anchor="t" anchorCtr="0">
            <a:normAutofit/>
          </a:bodyPr>
          <a:lstStyle/>
          <a:p>
            <a:pPr marL="457200" lvl="0" indent="0" algn="l" rtl="0">
              <a:lnSpc>
                <a:spcPct val="100000"/>
              </a:lnSpc>
              <a:spcBef>
                <a:spcPts val="0"/>
              </a:spcBef>
              <a:spcAft>
                <a:spcPts val="0"/>
              </a:spcAft>
              <a:buNone/>
            </a:pPr>
            <a:endParaRPr sz="2300" dirty="0">
              <a:highlight>
                <a:schemeClr val="lt1"/>
              </a:highlight>
            </a:endParaRPr>
          </a:p>
          <a:p>
            <a:pPr marL="457200" lvl="0" indent="0" algn="l" rtl="0">
              <a:lnSpc>
                <a:spcPct val="100000"/>
              </a:lnSpc>
              <a:spcBef>
                <a:spcPts val="0"/>
              </a:spcBef>
              <a:spcAft>
                <a:spcPts val="0"/>
              </a:spcAft>
              <a:buNone/>
            </a:pPr>
            <a:endParaRPr sz="2300" dirty="0">
              <a:highlight>
                <a:schemeClr val="lt1"/>
              </a:highlight>
            </a:endParaRPr>
          </a:p>
          <a:p>
            <a:pPr marL="457200" lvl="0" indent="0" algn="l" rtl="0">
              <a:lnSpc>
                <a:spcPct val="100000"/>
              </a:lnSpc>
              <a:spcBef>
                <a:spcPts val="0"/>
              </a:spcBef>
              <a:spcAft>
                <a:spcPts val="0"/>
              </a:spcAft>
              <a:buNone/>
            </a:pPr>
            <a:endParaRPr sz="2300" dirty="0">
              <a:highlight>
                <a:schemeClr val="lt1"/>
              </a:highlight>
            </a:endParaRPr>
          </a:p>
          <a:p>
            <a:pPr marL="457200" lvl="0" indent="0" algn="l" rtl="0">
              <a:lnSpc>
                <a:spcPct val="100000"/>
              </a:lnSpc>
              <a:spcBef>
                <a:spcPts val="0"/>
              </a:spcBef>
              <a:spcAft>
                <a:spcPts val="0"/>
              </a:spcAft>
              <a:buNone/>
            </a:pPr>
            <a:endParaRPr sz="2300" dirty="0">
              <a:highlight>
                <a:schemeClr val="lt1"/>
              </a:highlight>
            </a:endParaRPr>
          </a:p>
          <a:p>
            <a:pPr marL="457200" lvl="0" indent="0" algn="l" rtl="0">
              <a:lnSpc>
                <a:spcPct val="100000"/>
              </a:lnSpc>
              <a:spcBef>
                <a:spcPts val="0"/>
              </a:spcBef>
              <a:spcAft>
                <a:spcPts val="0"/>
              </a:spcAft>
              <a:buClr>
                <a:schemeClr val="dk1"/>
              </a:buClr>
              <a:buSzPts val="1100"/>
              <a:buFont typeface="Arial"/>
              <a:buNone/>
            </a:pPr>
            <a:r>
              <a:rPr lang="en" sz="2500" b="1" dirty="0">
                <a:solidFill>
                  <a:srgbClr val="F06235"/>
                </a:solidFill>
                <a:highlight>
                  <a:schemeClr val="accent3"/>
                </a:highlight>
              </a:rPr>
              <a:t>Project recap</a:t>
            </a:r>
            <a:endParaRPr sz="2500" b="1" dirty="0">
              <a:solidFill>
                <a:srgbClr val="F06235"/>
              </a:solidFill>
              <a:highlight>
                <a:schemeClr val="accent3"/>
              </a:highlight>
            </a:endParaRPr>
          </a:p>
        </p:txBody>
      </p:sp>
      <p:sp>
        <p:nvSpPr>
          <p:cNvPr id="425" name="Google Shape;425;p68"/>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Clr>
                <a:srgbClr val="000000"/>
              </a:buClr>
              <a:buSzPct val="100000"/>
              <a:buFont typeface="Arial"/>
              <a:buNone/>
            </a:pPr>
            <a:fld id="{00000000-1234-1234-1234-123412341234}" type="slidenum">
              <a:rPr lang="en"/>
              <a:t>3</a:t>
            </a:fld>
            <a:endParaRPr/>
          </a:p>
        </p:txBody>
      </p:sp>
      <p:sp>
        <p:nvSpPr>
          <p:cNvPr id="426" name="Google Shape;426;p68"/>
          <p:cNvSpPr txBox="1">
            <a:spLocks noGrp="1"/>
          </p:cNvSpPr>
          <p:nvPr>
            <p:ph type="body" idx="2"/>
          </p:nvPr>
        </p:nvSpPr>
        <p:spPr>
          <a:xfrm>
            <a:off x="4832400" y="1005850"/>
            <a:ext cx="3999900" cy="36573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endParaRPr sz="1700" dirty="0">
              <a:highlight>
                <a:schemeClr val="accent3"/>
              </a:highlight>
            </a:endParaRPr>
          </a:p>
          <a:p>
            <a:pPr marL="0" lvl="0" indent="0" algn="l" rtl="0">
              <a:lnSpc>
                <a:spcPct val="100000"/>
              </a:lnSpc>
              <a:spcBef>
                <a:spcPts val="0"/>
              </a:spcBef>
              <a:spcAft>
                <a:spcPts val="0"/>
              </a:spcAft>
              <a:buClr>
                <a:schemeClr val="dk1"/>
              </a:buClr>
              <a:buSzPts val="1100"/>
              <a:buFont typeface="Arial"/>
              <a:buNone/>
            </a:pPr>
            <a:endParaRPr sz="1700" dirty="0">
              <a:highlight>
                <a:schemeClr val="accent3"/>
              </a:highlight>
            </a:endParaRPr>
          </a:p>
          <a:p>
            <a:pPr marL="0" lvl="0" indent="0" algn="l" rtl="0">
              <a:lnSpc>
                <a:spcPct val="100000"/>
              </a:lnSpc>
              <a:spcBef>
                <a:spcPts val="0"/>
              </a:spcBef>
              <a:spcAft>
                <a:spcPts val="0"/>
              </a:spcAft>
              <a:buClr>
                <a:schemeClr val="dk1"/>
              </a:buClr>
              <a:buSzPts val="1100"/>
              <a:buFont typeface="Arial"/>
              <a:buNone/>
            </a:pPr>
            <a:endParaRPr sz="1700" dirty="0">
              <a:highlight>
                <a:schemeClr val="accent3"/>
              </a:highlight>
            </a:endParaRPr>
          </a:p>
          <a:p>
            <a:pPr marL="0" lvl="0" indent="0" algn="l" rtl="0">
              <a:lnSpc>
                <a:spcPct val="100000"/>
              </a:lnSpc>
              <a:spcBef>
                <a:spcPts val="0"/>
              </a:spcBef>
              <a:spcAft>
                <a:spcPts val="0"/>
              </a:spcAft>
              <a:buClr>
                <a:schemeClr val="dk1"/>
              </a:buClr>
              <a:buSzPts val="1100"/>
              <a:buFont typeface="Arial"/>
              <a:buNone/>
            </a:pPr>
            <a:endParaRPr sz="1700" dirty="0">
              <a:highlight>
                <a:schemeClr val="accent3"/>
              </a:highlight>
            </a:endParaRPr>
          </a:p>
          <a:p>
            <a:pPr marL="0" lvl="0" indent="0" algn="l" rtl="0">
              <a:lnSpc>
                <a:spcPct val="100000"/>
              </a:lnSpc>
              <a:spcBef>
                <a:spcPts val="0"/>
              </a:spcBef>
              <a:spcAft>
                <a:spcPts val="0"/>
              </a:spcAft>
              <a:buClr>
                <a:schemeClr val="dk1"/>
              </a:buClr>
              <a:buSzPts val="1100"/>
              <a:buFont typeface="Arial"/>
              <a:buNone/>
            </a:pPr>
            <a:endParaRPr sz="1700" dirty="0">
              <a:highlight>
                <a:schemeClr val="accent3"/>
              </a:highlight>
            </a:endParaRPr>
          </a:p>
          <a:p>
            <a:pPr marL="0" lvl="0" indent="0">
              <a:lnSpc>
                <a:spcPct val="100000"/>
              </a:lnSpc>
              <a:buSzPts val="1100"/>
              <a:buNone/>
            </a:pPr>
            <a:r>
              <a:rPr lang="en" sz="1700" dirty="0">
                <a:highlight>
                  <a:schemeClr val="accent3"/>
                </a:highlight>
              </a:rPr>
              <a:t>Th</a:t>
            </a:r>
            <a:r>
              <a:rPr lang="en-US" sz="1800" dirty="0">
                <a:highlight>
                  <a:schemeClr val="accent3"/>
                </a:highlight>
              </a:rPr>
              <a:t>e project was assigned to predicts the functionality status of water pumps across Tanzania using machine learning. </a:t>
            </a:r>
            <a:endParaRPr sz="1700" dirty="0">
              <a:highlight>
                <a:schemeClr val="accent3"/>
              </a:highlight>
            </a:endParaRPr>
          </a:p>
          <a:p>
            <a:pPr marL="457200" lvl="0" indent="0" algn="l" rtl="0">
              <a:lnSpc>
                <a:spcPct val="100000"/>
              </a:lnSpc>
              <a:spcBef>
                <a:spcPts val="0"/>
              </a:spcBef>
              <a:spcAft>
                <a:spcPts val="0"/>
              </a:spcAft>
              <a:buClr>
                <a:schemeClr val="dk1"/>
              </a:buClr>
              <a:buSzPts val="1100"/>
              <a:buFont typeface="Arial"/>
              <a:buNone/>
            </a:pPr>
            <a:endParaRPr sz="1700" dirty="0">
              <a:highlight>
                <a:schemeClr val="accent3"/>
              </a:highlight>
            </a:endParaRPr>
          </a:p>
          <a:p>
            <a:pPr marL="1371600" lvl="0" indent="0" algn="l" rtl="0">
              <a:lnSpc>
                <a:spcPct val="100000"/>
              </a:lnSpc>
              <a:spcBef>
                <a:spcPts val="0"/>
              </a:spcBef>
              <a:spcAft>
                <a:spcPts val="0"/>
              </a:spcAft>
              <a:buNone/>
            </a:pPr>
            <a:endParaRPr sz="1700" dirty="0">
              <a:highlight>
                <a:schemeClr val="accent3"/>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69"/>
          <p:cNvSpPr txBox="1">
            <a:spLocks noGrp="1"/>
          </p:cNvSpPr>
          <p:nvPr>
            <p:ph type="body" idx="1"/>
          </p:nvPr>
        </p:nvSpPr>
        <p:spPr>
          <a:xfrm>
            <a:off x="311700" y="1005850"/>
            <a:ext cx="3999900" cy="36573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457200" lvl="0" indent="0" algn="l" rtl="0">
              <a:spcBef>
                <a:spcPts val="0"/>
              </a:spcBef>
              <a:spcAft>
                <a:spcPts val="0"/>
              </a:spcAft>
              <a:buNone/>
            </a:pPr>
            <a:r>
              <a:rPr lang="en" dirty="0"/>
              <a:t> </a:t>
            </a:r>
            <a:r>
              <a:rPr lang="en-US" sz="2500" b="1" dirty="0">
                <a:solidFill>
                  <a:srgbClr val="F06235"/>
                </a:solidFill>
              </a:rPr>
              <a:t>Data Exploration</a:t>
            </a:r>
            <a:endParaRPr sz="2500" b="1" dirty="0">
              <a:solidFill>
                <a:srgbClr val="F06235"/>
              </a:solidFill>
            </a:endParaRPr>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 sz="2600" dirty="0"/>
              <a:t>            </a:t>
            </a:r>
            <a:endParaRPr sz="2600" dirty="0"/>
          </a:p>
        </p:txBody>
      </p:sp>
      <p:sp>
        <p:nvSpPr>
          <p:cNvPr id="432" name="Google Shape;432;p69"/>
          <p:cNvSpPr txBox="1">
            <a:spLocks noGrp="1"/>
          </p:cNvSpPr>
          <p:nvPr>
            <p:ph type="body" idx="2"/>
          </p:nvPr>
        </p:nvSpPr>
        <p:spPr>
          <a:xfrm>
            <a:off x="4832400" y="1005850"/>
            <a:ext cx="3999900" cy="36573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endParaRPr lang="en" sz="1700" dirty="0">
              <a:highlight>
                <a:schemeClr val="accent3"/>
              </a:highlight>
            </a:endParaRPr>
          </a:p>
          <a:p>
            <a:pPr marL="0" lvl="0" indent="0" algn="l" rtl="0">
              <a:lnSpc>
                <a:spcPct val="100000"/>
              </a:lnSpc>
              <a:spcBef>
                <a:spcPts val="0"/>
              </a:spcBef>
              <a:spcAft>
                <a:spcPts val="0"/>
              </a:spcAft>
              <a:buNone/>
            </a:pPr>
            <a:endParaRPr lang="en" sz="1700" dirty="0">
              <a:highlight>
                <a:schemeClr val="accent3"/>
              </a:highlight>
            </a:endParaRPr>
          </a:p>
          <a:p>
            <a:pPr marL="0" lvl="0" indent="0" algn="l" rtl="0">
              <a:lnSpc>
                <a:spcPct val="100000"/>
              </a:lnSpc>
              <a:spcBef>
                <a:spcPts val="0"/>
              </a:spcBef>
              <a:spcAft>
                <a:spcPts val="0"/>
              </a:spcAft>
              <a:buNone/>
            </a:pPr>
            <a:endParaRPr lang="en" sz="1700" dirty="0">
              <a:highlight>
                <a:schemeClr val="accent3"/>
              </a:highlight>
            </a:endParaRPr>
          </a:p>
          <a:p>
            <a:pPr marL="0" lvl="0" indent="0" algn="l" rtl="0">
              <a:lnSpc>
                <a:spcPct val="100000"/>
              </a:lnSpc>
              <a:spcBef>
                <a:spcPts val="0"/>
              </a:spcBef>
              <a:spcAft>
                <a:spcPts val="0"/>
              </a:spcAft>
              <a:buNone/>
            </a:pPr>
            <a:endParaRPr lang="en" sz="1700" dirty="0">
              <a:highlight>
                <a:schemeClr val="accent3"/>
              </a:highlight>
            </a:endParaRPr>
          </a:p>
          <a:p>
            <a:pPr marL="0" lvl="0" indent="0" algn="l" rtl="0">
              <a:lnSpc>
                <a:spcPct val="100000"/>
              </a:lnSpc>
              <a:spcBef>
                <a:spcPts val="0"/>
              </a:spcBef>
              <a:spcAft>
                <a:spcPts val="0"/>
              </a:spcAft>
              <a:buNone/>
            </a:pPr>
            <a:r>
              <a:rPr lang="en" sz="1800" b="1" dirty="0">
                <a:highlight>
                  <a:schemeClr val="accent3"/>
                </a:highlight>
              </a:rPr>
              <a:t>Dataset structures:</a:t>
            </a:r>
          </a:p>
          <a:p>
            <a:pPr marL="285750" lvl="0" indent="-285750" algn="l" rtl="0">
              <a:lnSpc>
                <a:spcPct val="100000"/>
              </a:lnSpc>
              <a:spcBef>
                <a:spcPts val="0"/>
              </a:spcBef>
              <a:spcAft>
                <a:spcPts val="0"/>
              </a:spcAft>
              <a:buFont typeface="Arial" panose="020B0604020202020204" pitchFamily="34" charset="0"/>
              <a:buChar char="•"/>
            </a:pPr>
            <a:r>
              <a:rPr lang="en" sz="1800" dirty="0">
                <a:highlight>
                  <a:schemeClr val="accent3"/>
                </a:highlight>
              </a:rPr>
              <a:t>59400 </a:t>
            </a:r>
            <a:r>
              <a:rPr lang="en-US" sz="1800" dirty="0">
                <a:highlight>
                  <a:schemeClr val="accent3"/>
                </a:highlight>
              </a:rPr>
              <a:t>rows and 40 columns</a:t>
            </a:r>
            <a:r>
              <a:rPr lang="en" sz="1800" dirty="0">
                <a:highlight>
                  <a:schemeClr val="accent3"/>
                </a:highlight>
              </a:rPr>
              <a:t>.</a:t>
            </a:r>
          </a:p>
          <a:p>
            <a:pPr marL="285750" lvl="0" indent="-285750" algn="l" rtl="0">
              <a:lnSpc>
                <a:spcPct val="100000"/>
              </a:lnSpc>
              <a:spcBef>
                <a:spcPts val="0"/>
              </a:spcBef>
              <a:spcAft>
                <a:spcPts val="0"/>
              </a:spcAft>
              <a:buFont typeface="Arial" panose="020B0604020202020204" pitchFamily="34" charset="0"/>
              <a:buChar char="•"/>
            </a:pPr>
            <a:r>
              <a:rPr lang="en" sz="1800" dirty="0">
                <a:highlight>
                  <a:schemeClr val="accent3"/>
                </a:highlight>
              </a:rPr>
              <a:t>3 floats, 7 numeric and 30 object</a:t>
            </a:r>
            <a:r>
              <a:rPr lang="en-US" sz="1800" dirty="0">
                <a:highlight>
                  <a:schemeClr val="accent3"/>
                </a:highlight>
              </a:rPr>
              <a:t>s   variables</a:t>
            </a:r>
          </a:p>
          <a:p>
            <a:pPr marL="0" lvl="0" indent="0" algn="l" rtl="0">
              <a:lnSpc>
                <a:spcPct val="100000"/>
              </a:lnSpc>
              <a:spcBef>
                <a:spcPts val="0"/>
              </a:spcBef>
              <a:spcAft>
                <a:spcPts val="0"/>
              </a:spcAft>
              <a:buNone/>
            </a:pPr>
            <a:endParaRPr sz="1700" dirty="0">
              <a:highlight>
                <a:schemeClr val="accent3"/>
              </a:highlight>
            </a:endParaRPr>
          </a:p>
        </p:txBody>
      </p:sp>
      <p:sp>
        <p:nvSpPr>
          <p:cNvPr id="433" name="Google Shape;433;p69"/>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Clr>
                <a:srgbClr val="000000"/>
              </a:buClr>
              <a:buSzPct val="100000"/>
              <a:buFont typeface="Arial"/>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70"/>
          <p:cNvSpPr txBox="1">
            <a:spLocks noGrp="1"/>
          </p:cNvSpPr>
          <p:nvPr>
            <p:ph type="body" idx="1"/>
          </p:nvPr>
        </p:nvSpPr>
        <p:spPr>
          <a:xfrm>
            <a:off x="311700" y="1005850"/>
            <a:ext cx="3999900" cy="3657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457200" lvl="0" indent="0" algn="l" rtl="0">
              <a:spcBef>
                <a:spcPts val="0"/>
              </a:spcBef>
              <a:spcAft>
                <a:spcPts val="0"/>
              </a:spcAft>
              <a:buNone/>
            </a:pPr>
            <a:r>
              <a:rPr lang="en-US" sz="2500" b="1" dirty="0">
                <a:solidFill>
                  <a:srgbClr val="F06235"/>
                </a:solidFill>
              </a:rPr>
              <a:t>Research questions and analytical insight</a:t>
            </a:r>
            <a:endParaRPr sz="2500" b="1" dirty="0">
              <a:solidFill>
                <a:srgbClr val="F06235"/>
              </a:solidFill>
            </a:endParaRPr>
          </a:p>
        </p:txBody>
      </p:sp>
      <p:sp>
        <p:nvSpPr>
          <p:cNvPr id="439" name="Google Shape;439;p70"/>
          <p:cNvSpPr txBox="1">
            <a:spLocks noGrp="1"/>
          </p:cNvSpPr>
          <p:nvPr>
            <p:ph type="body" idx="2"/>
          </p:nvPr>
        </p:nvSpPr>
        <p:spPr>
          <a:xfrm>
            <a:off x="4832400" y="1005850"/>
            <a:ext cx="3999900" cy="3657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a:p>
            <a:pPr marL="0" lvl="0" indent="0">
              <a:lnSpc>
                <a:spcPct val="100000"/>
              </a:lnSpc>
              <a:buNone/>
            </a:pPr>
            <a:r>
              <a:rPr lang="en-US" b="1" dirty="0">
                <a:highlight>
                  <a:schemeClr val="accent3"/>
                </a:highlight>
              </a:rPr>
              <a:t>Research Questions:</a:t>
            </a:r>
          </a:p>
          <a:p>
            <a:pPr marL="406400" lvl="0" indent="-285750">
              <a:lnSpc>
                <a:spcPct val="100000"/>
              </a:lnSpc>
              <a:buSzPts val="1700"/>
              <a:buFont typeface="Arial" panose="020B0604020202020204" pitchFamily="34" charset="0"/>
              <a:buChar char="•"/>
            </a:pPr>
            <a:r>
              <a:rPr lang="en-US" dirty="0"/>
              <a:t>Does water quantity influence pump functionality?</a:t>
            </a:r>
            <a:endParaRPr lang="en-US" dirty="0">
              <a:highlight>
                <a:schemeClr val="accent3"/>
              </a:highlight>
            </a:endParaRPr>
          </a:p>
          <a:p>
            <a:pPr marL="406400" indent="-285750">
              <a:lnSpc>
                <a:spcPct val="100000"/>
              </a:lnSpc>
              <a:buSzPts val="1700"/>
              <a:buFont typeface="Arial" panose="020B0604020202020204" pitchFamily="34" charset="0"/>
              <a:buChar char="•"/>
            </a:pPr>
            <a:r>
              <a:rPr lang="en-US" dirty="0"/>
              <a:t>How does the installer relate to long-term functionality?</a:t>
            </a:r>
          </a:p>
          <a:p>
            <a:pPr marL="406400" indent="-285750">
              <a:lnSpc>
                <a:spcPct val="100000"/>
              </a:lnSpc>
              <a:buSzPts val="1700"/>
              <a:buFont typeface="Arial" panose="020B0604020202020204" pitchFamily="34" charset="0"/>
              <a:buChar char="•"/>
            </a:pPr>
            <a:r>
              <a:rPr lang="en-US" dirty="0"/>
              <a:t>Which pump types have the highest proportion of non functional pumps?</a:t>
            </a:r>
          </a:p>
          <a:p>
            <a:pPr marL="406400" indent="-285750">
              <a:lnSpc>
                <a:spcPct val="100000"/>
              </a:lnSpc>
              <a:buSzPts val="1700"/>
              <a:buFont typeface="Arial" panose="020B0604020202020204" pitchFamily="34" charset="0"/>
              <a:buChar char="•"/>
            </a:pPr>
            <a:r>
              <a:rPr lang="en-US" dirty="0"/>
              <a:t>Do older pumps fail more often than newer ones?</a:t>
            </a:r>
          </a:p>
          <a:p>
            <a:pPr marL="406400" indent="-285750">
              <a:lnSpc>
                <a:spcPct val="100000"/>
              </a:lnSpc>
              <a:buSzPts val="1700"/>
              <a:buFont typeface="Arial" panose="020B0604020202020204" pitchFamily="34" charset="0"/>
              <a:buChar char="•"/>
            </a:pPr>
            <a:r>
              <a:rPr lang="en-US" dirty="0">
                <a:highlight>
                  <a:schemeClr val="accent3"/>
                </a:highlight>
              </a:rPr>
              <a:t>What is the proportion of failure base regions?</a:t>
            </a:r>
          </a:p>
          <a:p>
            <a:pPr marL="120650" lvl="0" indent="0">
              <a:lnSpc>
                <a:spcPct val="100000"/>
              </a:lnSpc>
              <a:buSzPts val="1700"/>
              <a:buNone/>
            </a:pPr>
            <a:endParaRPr lang="en-US" dirty="0">
              <a:highlight>
                <a:schemeClr val="accent3"/>
              </a:highlight>
            </a:endParaRPr>
          </a:p>
        </p:txBody>
      </p:sp>
      <p:sp>
        <p:nvSpPr>
          <p:cNvPr id="440" name="Google Shape;440;p70"/>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Clr>
                <a:srgbClr val="000000"/>
              </a:buClr>
              <a:buSzPct val="100000"/>
              <a:buFont typeface="Arial"/>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7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Clr>
                <a:srgbClr val="000000"/>
              </a:buClr>
              <a:buSzPct val="100000"/>
              <a:buFont typeface="Arial"/>
              <a:buNone/>
            </a:pPr>
            <a:fld id="{00000000-1234-1234-1234-123412341234}" type="slidenum">
              <a:rPr lang="en"/>
              <a:t>6</a:t>
            </a:fld>
            <a:endParaRPr/>
          </a:p>
        </p:txBody>
      </p:sp>
      <p:sp>
        <p:nvSpPr>
          <p:cNvPr id="449" name="Google Shape;449;p71"/>
          <p:cNvSpPr txBox="1">
            <a:spLocks noGrp="1"/>
          </p:cNvSpPr>
          <p:nvPr>
            <p:ph type="title"/>
          </p:nvPr>
        </p:nvSpPr>
        <p:spPr>
          <a:xfrm>
            <a:off x="0" y="457474"/>
            <a:ext cx="7756264" cy="320046"/>
          </a:xfrm>
          <a:prstGeom prst="rect">
            <a:avLst/>
          </a:prstGeom>
          <a:noFill/>
          <a:ln>
            <a:noFill/>
          </a:ln>
        </p:spPr>
        <p:txBody>
          <a:bodyPr spcFirstLastPara="1" wrap="square" lIns="91425" tIns="91425" rIns="91425" bIns="91425" anchor="ctr" anchorCtr="0">
            <a:noAutofit/>
          </a:bodyPr>
          <a:lstStyle/>
          <a:p>
            <a:r>
              <a:rPr lang="en-US" sz="1800" dirty="0">
                <a:solidFill>
                  <a:schemeClr val="accent4"/>
                </a:solidFill>
              </a:rPr>
              <a:t>Does water quantity influence pump functionality</a:t>
            </a:r>
            <a:br>
              <a:rPr lang="en-US" sz="2400" dirty="0">
                <a:highlight>
                  <a:schemeClr val="accent3"/>
                </a:highlight>
              </a:rPr>
            </a:br>
            <a:endParaRPr sz="2520" b="1" dirty="0">
              <a:solidFill>
                <a:srgbClr val="F06235"/>
              </a:solidFill>
              <a:latin typeface="Assistant"/>
              <a:ea typeface="Assistant"/>
              <a:cs typeface="Assistant"/>
              <a:sym typeface="Assistant"/>
            </a:endParaRPr>
          </a:p>
        </p:txBody>
      </p:sp>
      <p:sp>
        <p:nvSpPr>
          <p:cNvPr id="450" name="Google Shape;450;p71"/>
          <p:cNvSpPr txBox="1"/>
          <p:nvPr/>
        </p:nvSpPr>
        <p:spPr>
          <a:xfrm>
            <a:off x="5965819" y="957430"/>
            <a:ext cx="3090180" cy="3465309"/>
          </a:xfrm>
          <a:prstGeom prst="rect">
            <a:avLst/>
          </a:prstGeom>
          <a:noFill/>
          <a:ln>
            <a:noFill/>
          </a:ln>
        </p:spPr>
        <p:txBody>
          <a:bodyPr spcFirstLastPara="1" wrap="square" lIns="91425" tIns="91425" rIns="91425" bIns="91425" anchor="t" anchorCtr="0">
            <a:noAutofit/>
          </a:bodyPr>
          <a:lstStyle/>
          <a:p>
            <a:pPr marL="133350" lvl="0">
              <a:buSzPts val="1500"/>
            </a:pPr>
            <a:r>
              <a:rPr lang="en-US" sz="1600" dirty="0">
                <a:latin typeface="Assistant" panose="020B0604020202020204" charset="-79"/>
                <a:cs typeface="Assistant" panose="020B0604020202020204" charset="-79"/>
              </a:rPr>
              <a:t>The pumps at the areas with less water are more prone to failure due to obvious reasons.</a:t>
            </a:r>
            <a:endParaRPr sz="1600" dirty="0">
              <a:solidFill>
                <a:schemeClr val="dk1"/>
              </a:solidFill>
              <a:latin typeface="Assistant" panose="020B0604020202020204" charset="-79"/>
              <a:ea typeface="Assistant"/>
              <a:cs typeface="Assistant" panose="020B0604020202020204" charset="-79"/>
              <a:sym typeface="Assistant"/>
            </a:endParaRPr>
          </a:p>
        </p:txBody>
      </p:sp>
      <p:sp>
        <p:nvSpPr>
          <p:cNvPr id="451" name="Google Shape;451;p71"/>
          <p:cNvSpPr txBox="1">
            <a:spLocks noGrp="1"/>
          </p:cNvSpPr>
          <p:nvPr>
            <p:ph type="title"/>
          </p:nvPr>
        </p:nvSpPr>
        <p:spPr>
          <a:xfrm>
            <a:off x="-1288700" y="1696750"/>
            <a:ext cx="1221000" cy="57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2520">
                <a:solidFill>
                  <a:srgbClr val="F06235"/>
                </a:solidFill>
              </a:rPr>
              <a:t>Insight</a:t>
            </a:r>
            <a:endParaRPr sz="2520" b="1">
              <a:solidFill>
                <a:srgbClr val="F06235"/>
              </a:solidFill>
              <a:latin typeface="Assistant"/>
              <a:ea typeface="Assistant"/>
              <a:cs typeface="Assistant"/>
              <a:sym typeface="Assistant"/>
            </a:endParaRPr>
          </a:p>
        </p:txBody>
      </p:sp>
      <p:pic>
        <p:nvPicPr>
          <p:cNvPr id="3080" name="Picture 8">
            <a:extLst>
              <a:ext uri="{FF2B5EF4-FFF2-40B4-BE49-F238E27FC236}">
                <a16:creationId xmlns:a16="http://schemas.microsoft.com/office/drawing/2014/main" id="{2B7D3864-55E7-4B1C-9C98-1F04618CC9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739318"/>
            <a:ext cx="5965818" cy="4343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72"/>
          <p:cNvSpPr txBox="1">
            <a:spLocks noGrp="1"/>
          </p:cNvSpPr>
          <p:nvPr>
            <p:ph type="title"/>
          </p:nvPr>
        </p:nvSpPr>
        <p:spPr>
          <a:xfrm>
            <a:off x="0" y="107701"/>
            <a:ext cx="6907231" cy="651600"/>
          </a:xfrm>
          <a:prstGeom prst="rect">
            <a:avLst/>
          </a:prstGeom>
        </p:spPr>
        <p:txBody>
          <a:bodyPr spcFirstLastPara="1" wrap="square" lIns="91425" tIns="91425" rIns="91425" bIns="91425" anchor="t" anchorCtr="0">
            <a:normAutofit fontScale="90000"/>
          </a:bodyPr>
          <a:lstStyle/>
          <a:p>
            <a:r>
              <a:rPr lang="en-US" sz="2000" dirty="0">
                <a:solidFill>
                  <a:schemeClr val="accent4"/>
                </a:solidFill>
                <a:highlight>
                  <a:schemeClr val="lt1"/>
                </a:highlight>
              </a:rPr>
              <a:t>How does the installer relate to long-term functionality?</a:t>
            </a:r>
            <a:br>
              <a:rPr lang="en-US" b="0" dirty="0">
                <a:highlight>
                  <a:schemeClr val="lt1"/>
                </a:highlight>
              </a:rPr>
            </a:br>
            <a:br>
              <a:rPr lang="en-US" sz="1400" dirty="0">
                <a:highlight>
                  <a:schemeClr val="lt1"/>
                </a:highlight>
              </a:rPr>
            </a:br>
            <a:endParaRPr sz="1400" dirty="0">
              <a:solidFill>
                <a:srgbClr val="F06235"/>
              </a:solidFill>
              <a:highlight>
                <a:schemeClr val="lt1"/>
              </a:highlight>
            </a:endParaRPr>
          </a:p>
        </p:txBody>
      </p:sp>
      <p:sp>
        <p:nvSpPr>
          <p:cNvPr id="457" name="Google Shape;457;p7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Clr>
                <a:srgbClr val="000000"/>
              </a:buClr>
              <a:buSzPct val="100000"/>
              <a:buFont typeface="Arial"/>
              <a:buNone/>
            </a:pPr>
            <a:fld id="{00000000-1234-1234-1234-123412341234}" type="slidenum">
              <a:rPr lang="en"/>
              <a:t>7</a:t>
            </a:fld>
            <a:endParaRPr/>
          </a:p>
        </p:txBody>
      </p:sp>
      <p:sp>
        <p:nvSpPr>
          <p:cNvPr id="459" name="Google Shape;459;p72"/>
          <p:cNvSpPr txBox="1"/>
          <p:nvPr/>
        </p:nvSpPr>
        <p:spPr>
          <a:xfrm>
            <a:off x="6262500" y="914400"/>
            <a:ext cx="2881500" cy="3469799"/>
          </a:xfrm>
          <a:prstGeom prst="rect">
            <a:avLst/>
          </a:prstGeom>
          <a:noFill/>
          <a:ln>
            <a:noFill/>
          </a:ln>
        </p:spPr>
        <p:txBody>
          <a:bodyPr spcFirstLastPara="1" wrap="square" lIns="91425" tIns="91425" rIns="91425" bIns="91425" anchor="t" anchorCtr="0">
            <a:noAutofit/>
          </a:bodyPr>
          <a:lstStyle/>
          <a:p>
            <a:pPr marL="133350" lvl="0">
              <a:buSzPts val="1500"/>
            </a:pPr>
            <a:r>
              <a:rPr lang="en-US" sz="1600" dirty="0">
                <a:latin typeface="Assistant" panose="020B0604020202020204" charset="-79"/>
                <a:cs typeface="Assistant" panose="020B0604020202020204" charset="-79"/>
              </a:rPr>
              <a:t>RWE and Government installed pumps seem to be more likely to fail.</a:t>
            </a:r>
            <a:endParaRPr sz="1600" dirty="0">
              <a:solidFill>
                <a:schemeClr val="dk1"/>
              </a:solidFill>
              <a:latin typeface="Assistant" panose="020B0604020202020204" charset="-79"/>
              <a:ea typeface="Assistant"/>
              <a:cs typeface="Assistant" panose="020B0604020202020204" charset="-79"/>
              <a:sym typeface="Assistant"/>
            </a:endParaRPr>
          </a:p>
        </p:txBody>
      </p:sp>
      <p:pic>
        <p:nvPicPr>
          <p:cNvPr id="2" name="Picture 4">
            <a:extLst>
              <a:ext uri="{FF2B5EF4-FFF2-40B4-BE49-F238E27FC236}">
                <a16:creationId xmlns:a16="http://schemas.microsoft.com/office/drawing/2014/main" id="{C33D91F9-5198-4394-A83B-791E8590C7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95157"/>
            <a:ext cx="6122652" cy="45410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73"/>
          <p:cNvSpPr txBox="1">
            <a:spLocks noGrp="1"/>
          </p:cNvSpPr>
          <p:nvPr>
            <p:ph type="title"/>
          </p:nvPr>
        </p:nvSpPr>
        <p:spPr>
          <a:xfrm>
            <a:off x="0" y="330686"/>
            <a:ext cx="8147100" cy="572700"/>
          </a:xfrm>
          <a:prstGeom prst="rect">
            <a:avLst/>
          </a:prstGeom>
          <a:noFill/>
          <a:ln>
            <a:noFill/>
          </a:ln>
        </p:spPr>
        <p:txBody>
          <a:bodyPr spcFirstLastPara="1" wrap="square" lIns="91425" tIns="91425" rIns="91425" bIns="91425" anchor="ctr" anchorCtr="0">
            <a:noAutofit/>
          </a:bodyPr>
          <a:lstStyle/>
          <a:p>
            <a:r>
              <a:rPr lang="en-US" sz="1800" dirty="0">
                <a:solidFill>
                  <a:schemeClr val="accent4"/>
                </a:solidFill>
                <a:highlight>
                  <a:schemeClr val="lt1"/>
                </a:highlight>
              </a:rPr>
              <a:t>Which pump types have the highest proportion of non functional pumps?</a:t>
            </a:r>
            <a:br>
              <a:rPr lang="en-US" b="0" dirty="0">
                <a:highlight>
                  <a:schemeClr val="lt1"/>
                </a:highlight>
              </a:rPr>
            </a:br>
            <a:r>
              <a:rPr lang="en-US" sz="1800" dirty="0">
                <a:solidFill>
                  <a:schemeClr val="accent4"/>
                </a:solidFill>
                <a:highlight>
                  <a:schemeClr val="lt1"/>
                </a:highlight>
              </a:rPr>
              <a:t> </a:t>
            </a:r>
            <a:endParaRPr sz="1800" b="1" dirty="0">
              <a:solidFill>
                <a:srgbClr val="F06235"/>
              </a:solidFill>
              <a:latin typeface="Assistant"/>
              <a:ea typeface="Assistant"/>
              <a:cs typeface="Assistant"/>
              <a:sym typeface="Assistant"/>
            </a:endParaRPr>
          </a:p>
        </p:txBody>
      </p:sp>
      <p:sp>
        <p:nvSpPr>
          <p:cNvPr id="465" name="Google Shape;465;p73"/>
          <p:cNvSpPr txBox="1">
            <a:spLocks noGrp="1"/>
          </p:cNvSpPr>
          <p:nvPr>
            <p:ph type="body" idx="1"/>
          </p:nvPr>
        </p:nvSpPr>
        <p:spPr>
          <a:xfrm>
            <a:off x="311700" y="915600"/>
            <a:ext cx="6260700" cy="3747600"/>
          </a:xfrm>
          <a:prstGeom prst="rect">
            <a:avLst/>
          </a:prstGeom>
          <a:noFill/>
          <a:ln>
            <a:noFill/>
          </a:ln>
        </p:spPr>
        <p:txBody>
          <a:bodyPr spcFirstLastPara="1" wrap="square" lIns="91425" tIns="91425" rIns="91425" bIns="91425" anchor="t" anchorCtr="0">
            <a:normAutofit/>
          </a:bodyPr>
          <a:lstStyle/>
          <a:p>
            <a:pPr marL="457200" lvl="0" indent="0" algn="l" rtl="0">
              <a:lnSpc>
                <a:spcPct val="115000"/>
              </a:lnSpc>
              <a:spcBef>
                <a:spcPts val="0"/>
              </a:spcBef>
              <a:spcAft>
                <a:spcPts val="0"/>
              </a:spcAft>
              <a:buNone/>
            </a:pPr>
            <a:endParaRPr sz="2200"/>
          </a:p>
          <a:p>
            <a:pPr marL="0" lvl="0" indent="0" algn="l" rtl="0">
              <a:lnSpc>
                <a:spcPct val="170000"/>
              </a:lnSpc>
              <a:spcBef>
                <a:spcPts val="0"/>
              </a:spcBef>
              <a:spcAft>
                <a:spcPts val="0"/>
              </a:spcAft>
              <a:buNone/>
            </a:pPr>
            <a:endParaRPr sz="1050" i="1">
              <a:solidFill>
                <a:srgbClr val="3C4043"/>
              </a:solidFill>
              <a:highlight>
                <a:srgbClr val="F1F3F4"/>
              </a:highlight>
              <a:latin typeface="Roboto Mono"/>
              <a:ea typeface="Roboto Mono"/>
              <a:cs typeface="Roboto Mono"/>
              <a:sym typeface="Roboto Mono"/>
            </a:endParaRPr>
          </a:p>
          <a:p>
            <a:pPr marL="0" lvl="0" indent="0" algn="l" rtl="0">
              <a:lnSpc>
                <a:spcPct val="115000"/>
              </a:lnSpc>
              <a:spcBef>
                <a:spcPts val="1000"/>
              </a:spcBef>
              <a:spcAft>
                <a:spcPts val="1000"/>
              </a:spcAft>
              <a:buNone/>
            </a:pPr>
            <a:endParaRPr sz="2100"/>
          </a:p>
        </p:txBody>
      </p:sp>
      <p:sp>
        <p:nvSpPr>
          <p:cNvPr id="466" name="Google Shape;466;p73"/>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SzPct val="100000"/>
              <a:buNone/>
            </a:pPr>
            <a:fld id="{00000000-1234-1234-1234-123412341234}" type="slidenum">
              <a:rPr lang="en"/>
              <a:t>8</a:t>
            </a:fld>
            <a:endParaRPr/>
          </a:p>
        </p:txBody>
      </p:sp>
      <p:sp>
        <p:nvSpPr>
          <p:cNvPr id="468" name="Google Shape;468;p73"/>
          <p:cNvSpPr txBox="1"/>
          <p:nvPr/>
        </p:nvSpPr>
        <p:spPr>
          <a:xfrm>
            <a:off x="6497700" y="1136208"/>
            <a:ext cx="2646300" cy="3327900"/>
          </a:xfrm>
          <a:prstGeom prst="rect">
            <a:avLst/>
          </a:prstGeom>
          <a:noFill/>
          <a:ln>
            <a:noFill/>
          </a:ln>
        </p:spPr>
        <p:txBody>
          <a:bodyPr spcFirstLastPara="1" wrap="square" lIns="91425" tIns="91425" rIns="91425" bIns="91425" anchor="t" anchorCtr="0">
            <a:noAutofit/>
          </a:bodyPr>
          <a:lstStyle/>
          <a:p>
            <a:pPr marL="457200" lvl="0"/>
            <a:r>
              <a:rPr lang="en-US" sz="1600" dirty="0">
                <a:solidFill>
                  <a:schemeClr val="dk1"/>
                </a:solidFill>
                <a:latin typeface="Assistant"/>
                <a:ea typeface="Assistant"/>
                <a:cs typeface="Assistant"/>
                <a:sym typeface="Assistant"/>
              </a:rPr>
              <a:t>“Other” and “communal standpipe” pump types are the most unreliable, with the highest proportion of non working pumps.</a:t>
            </a:r>
            <a:endParaRPr sz="1600" dirty="0">
              <a:solidFill>
                <a:schemeClr val="dk1"/>
              </a:solidFill>
              <a:latin typeface="Assistant"/>
              <a:ea typeface="Assistant"/>
              <a:cs typeface="Assistant"/>
              <a:sym typeface="Assistant"/>
            </a:endParaRPr>
          </a:p>
        </p:txBody>
      </p:sp>
      <p:pic>
        <p:nvPicPr>
          <p:cNvPr id="1036" name="Picture 12">
            <a:extLst>
              <a:ext uri="{FF2B5EF4-FFF2-40B4-BE49-F238E27FC236}">
                <a16:creationId xmlns:a16="http://schemas.microsoft.com/office/drawing/2014/main" id="{C4F9B198-BABC-4E2D-A2B0-400D5DA05E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96066"/>
            <a:ext cx="6906409" cy="42408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74"/>
          <p:cNvSpPr txBox="1">
            <a:spLocks noGrp="1"/>
          </p:cNvSpPr>
          <p:nvPr>
            <p:ph type="title"/>
          </p:nvPr>
        </p:nvSpPr>
        <p:spPr>
          <a:xfrm>
            <a:off x="0" y="238125"/>
            <a:ext cx="7813613" cy="572700"/>
          </a:xfrm>
          <a:prstGeom prst="rect">
            <a:avLst/>
          </a:prstGeom>
          <a:noFill/>
          <a:ln>
            <a:noFill/>
          </a:ln>
        </p:spPr>
        <p:txBody>
          <a:bodyPr spcFirstLastPara="1" wrap="square" lIns="91425" tIns="91425" rIns="91425" bIns="91425" anchor="ctr" anchorCtr="0">
            <a:noAutofit/>
          </a:bodyPr>
          <a:lstStyle/>
          <a:p>
            <a:r>
              <a:rPr lang="en-US" sz="1800" dirty="0">
                <a:solidFill>
                  <a:schemeClr val="accent4"/>
                </a:solidFill>
              </a:rPr>
              <a:t>Do older pumps fail more often than newer ones?</a:t>
            </a:r>
            <a:br>
              <a:rPr lang="en-US" b="0" dirty="0"/>
            </a:br>
            <a:endParaRPr sz="1800" dirty="0">
              <a:solidFill>
                <a:schemeClr val="accent4"/>
              </a:solidFill>
            </a:endParaRPr>
          </a:p>
        </p:txBody>
      </p:sp>
      <p:sp>
        <p:nvSpPr>
          <p:cNvPr id="474" name="Google Shape;474;p74"/>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9</a:t>
            </a:fld>
            <a:endParaRPr/>
          </a:p>
        </p:txBody>
      </p:sp>
      <p:sp>
        <p:nvSpPr>
          <p:cNvPr id="475" name="Google Shape;475;p74"/>
          <p:cNvSpPr txBox="1"/>
          <p:nvPr/>
        </p:nvSpPr>
        <p:spPr>
          <a:xfrm>
            <a:off x="5631900" y="1050719"/>
            <a:ext cx="3512100" cy="2792100"/>
          </a:xfrm>
          <a:prstGeom prst="rect">
            <a:avLst/>
          </a:prstGeom>
          <a:noFill/>
          <a:ln>
            <a:noFill/>
          </a:ln>
        </p:spPr>
        <p:txBody>
          <a:bodyPr spcFirstLastPara="1" wrap="square" lIns="91425" tIns="91425" rIns="91425" bIns="91425" anchor="t" anchorCtr="0">
            <a:noAutofit/>
          </a:bodyPr>
          <a:lstStyle/>
          <a:p>
            <a:pPr marL="457200" lvl="0"/>
            <a:r>
              <a:rPr lang="en-US" sz="1600" dirty="0">
                <a:solidFill>
                  <a:schemeClr val="dk1"/>
                </a:solidFill>
                <a:latin typeface="Assistant"/>
                <a:ea typeface="Assistant"/>
                <a:cs typeface="Assistant"/>
                <a:sym typeface="Assistant"/>
              </a:rPr>
              <a:t>The older the pump, the higher the likelihood it has failed. This suggests age is a strong factor in pump functionality.</a:t>
            </a:r>
            <a:endParaRPr sz="1600" dirty="0">
              <a:solidFill>
                <a:schemeClr val="dk1"/>
              </a:solidFill>
              <a:latin typeface="Assistant"/>
              <a:ea typeface="Assistant"/>
              <a:cs typeface="Assistant"/>
              <a:sym typeface="Assistant"/>
            </a:endParaRPr>
          </a:p>
          <a:p>
            <a:pPr marL="457200" marR="0" lvl="0" indent="0" algn="l" rtl="0">
              <a:lnSpc>
                <a:spcPct val="100000"/>
              </a:lnSpc>
              <a:spcBef>
                <a:spcPts val="0"/>
              </a:spcBef>
              <a:spcAft>
                <a:spcPts val="0"/>
              </a:spcAft>
              <a:buNone/>
            </a:pPr>
            <a:endParaRPr sz="1500" dirty="0">
              <a:solidFill>
                <a:schemeClr val="dk1"/>
              </a:solidFill>
              <a:latin typeface="Assistant"/>
              <a:ea typeface="Assistant"/>
              <a:cs typeface="Assistant"/>
              <a:sym typeface="Assistant"/>
            </a:endParaRPr>
          </a:p>
          <a:p>
            <a:pPr marL="457200" marR="0" lvl="0" indent="0" algn="l" rtl="0">
              <a:lnSpc>
                <a:spcPct val="100000"/>
              </a:lnSpc>
              <a:spcBef>
                <a:spcPts val="0"/>
              </a:spcBef>
              <a:spcAft>
                <a:spcPts val="0"/>
              </a:spcAft>
              <a:buNone/>
            </a:pPr>
            <a:endParaRPr sz="1800" dirty="0">
              <a:solidFill>
                <a:schemeClr val="dk1"/>
              </a:solidFill>
              <a:latin typeface="Assistant"/>
              <a:ea typeface="Assistant"/>
              <a:cs typeface="Assistant"/>
              <a:sym typeface="Assistant"/>
            </a:endParaRPr>
          </a:p>
          <a:p>
            <a:pPr marL="457200" marR="0" lvl="0" indent="0" algn="l" rtl="0">
              <a:lnSpc>
                <a:spcPct val="100000"/>
              </a:lnSpc>
              <a:spcBef>
                <a:spcPts val="0"/>
              </a:spcBef>
              <a:spcAft>
                <a:spcPts val="0"/>
              </a:spcAft>
              <a:buNone/>
            </a:pPr>
            <a:endParaRPr sz="1800" b="0" i="0" u="none" strike="noStrike" cap="none" dirty="0">
              <a:solidFill>
                <a:schemeClr val="dk1"/>
              </a:solidFill>
              <a:latin typeface="Assistant"/>
              <a:ea typeface="Assistant"/>
              <a:cs typeface="Assistant"/>
              <a:sym typeface="Assistant"/>
            </a:endParaRPr>
          </a:p>
        </p:txBody>
      </p:sp>
      <p:pic>
        <p:nvPicPr>
          <p:cNvPr id="2" name="Picture 1">
            <a:extLst>
              <a:ext uri="{FF2B5EF4-FFF2-40B4-BE49-F238E27FC236}">
                <a16:creationId xmlns:a16="http://schemas.microsoft.com/office/drawing/2014/main" id="{911D9D53-7AD0-467A-AC2D-B577A84905CE}"/>
              </a:ext>
            </a:extLst>
          </p:cNvPr>
          <p:cNvPicPr>
            <a:picLocks noChangeAspect="1"/>
          </p:cNvPicPr>
          <p:nvPr/>
        </p:nvPicPr>
        <p:blipFill>
          <a:blip r:embed="rId3"/>
          <a:stretch>
            <a:fillRect/>
          </a:stretch>
        </p:blipFill>
        <p:spPr>
          <a:xfrm>
            <a:off x="0" y="810825"/>
            <a:ext cx="5743632" cy="43326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75"/>
          <p:cNvSpPr txBox="1">
            <a:spLocks noGrp="1"/>
          </p:cNvSpPr>
          <p:nvPr>
            <p:ph type="title"/>
          </p:nvPr>
        </p:nvSpPr>
        <p:spPr>
          <a:xfrm>
            <a:off x="0" y="380828"/>
            <a:ext cx="8147100" cy="572700"/>
          </a:xfrm>
          <a:prstGeom prst="rect">
            <a:avLst/>
          </a:prstGeom>
          <a:noFill/>
          <a:ln>
            <a:noFill/>
          </a:ln>
        </p:spPr>
        <p:txBody>
          <a:bodyPr spcFirstLastPara="1" wrap="square" lIns="91425" tIns="91425" rIns="91425" bIns="91425" anchor="ctr" anchorCtr="0">
            <a:noAutofit/>
          </a:bodyPr>
          <a:lstStyle/>
          <a:p>
            <a:r>
              <a:rPr lang="en-US" sz="1800" dirty="0">
                <a:solidFill>
                  <a:schemeClr val="accent4"/>
                </a:solidFill>
              </a:rPr>
              <a:t>Are certain regions more prone to pump failures</a:t>
            </a:r>
            <a:br>
              <a:rPr lang="en-US" b="0" dirty="0"/>
            </a:br>
            <a:endParaRPr sz="1800" dirty="0">
              <a:solidFill>
                <a:srgbClr val="F06235"/>
              </a:solidFill>
            </a:endParaRPr>
          </a:p>
        </p:txBody>
      </p:sp>
      <p:sp>
        <p:nvSpPr>
          <p:cNvPr id="482" name="Google Shape;482;p75"/>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spcBef>
                <a:spcPts val="0"/>
              </a:spcBef>
              <a:spcAft>
                <a:spcPts val="0"/>
              </a:spcAft>
              <a:buClr>
                <a:srgbClr val="000000"/>
              </a:buClr>
              <a:buSzPct val="100000"/>
              <a:buFont typeface="Arial"/>
              <a:buNone/>
            </a:pPr>
            <a:fld id="{00000000-1234-1234-1234-123412341234}" type="slidenum">
              <a:rPr lang="en"/>
              <a:t>10</a:t>
            </a:fld>
            <a:endParaRPr/>
          </a:p>
        </p:txBody>
      </p:sp>
      <p:sp>
        <p:nvSpPr>
          <p:cNvPr id="8" name="Google Shape;475;p74">
            <a:extLst>
              <a:ext uri="{FF2B5EF4-FFF2-40B4-BE49-F238E27FC236}">
                <a16:creationId xmlns:a16="http://schemas.microsoft.com/office/drawing/2014/main" id="{6FFA4717-77D9-46D1-B62D-8BE75600F7D8}"/>
              </a:ext>
            </a:extLst>
          </p:cNvPr>
          <p:cNvSpPr txBox="1"/>
          <p:nvPr/>
        </p:nvSpPr>
        <p:spPr>
          <a:xfrm>
            <a:off x="5973492" y="3663380"/>
            <a:ext cx="3512100" cy="2792100"/>
          </a:xfrm>
          <a:prstGeom prst="rect">
            <a:avLst/>
          </a:prstGeom>
          <a:noFill/>
          <a:ln>
            <a:noFill/>
          </a:ln>
        </p:spPr>
        <p:txBody>
          <a:bodyPr spcFirstLastPara="1" wrap="square" lIns="91425" tIns="91425" rIns="91425" bIns="91425" anchor="t" anchorCtr="0">
            <a:noAutofit/>
          </a:bodyPr>
          <a:lstStyle/>
          <a:p>
            <a:pPr marL="457200" lvl="0"/>
            <a:r>
              <a:rPr lang="en-US" sz="1600" dirty="0">
                <a:solidFill>
                  <a:schemeClr val="dk1"/>
                </a:solidFill>
                <a:latin typeface="Assistant"/>
                <a:ea typeface="Assistant"/>
                <a:cs typeface="Assistant"/>
                <a:sym typeface="Assistant"/>
              </a:rPr>
              <a:t>.</a:t>
            </a:r>
            <a:endParaRPr sz="1600" dirty="0">
              <a:solidFill>
                <a:schemeClr val="dk1"/>
              </a:solidFill>
              <a:latin typeface="Assistant"/>
              <a:ea typeface="Assistant"/>
              <a:cs typeface="Assistant"/>
              <a:sym typeface="Assistant"/>
            </a:endParaRPr>
          </a:p>
          <a:p>
            <a:pPr marL="457200" marR="0" lvl="0" indent="0" algn="l" rtl="0">
              <a:lnSpc>
                <a:spcPct val="100000"/>
              </a:lnSpc>
              <a:spcBef>
                <a:spcPts val="0"/>
              </a:spcBef>
              <a:spcAft>
                <a:spcPts val="0"/>
              </a:spcAft>
              <a:buNone/>
            </a:pPr>
            <a:endParaRPr sz="1500" dirty="0">
              <a:solidFill>
                <a:schemeClr val="dk1"/>
              </a:solidFill>
              <a:latin typeface="Assistant"/>
              <a:ea typeface="Assistant"/>
              <a:cs typeface="Assistant"/>
              <a:sym typeface="Assistant"/>
            </a:endParaRPr>
          </a:p>
          <a:p>
            <a:pPr marL="457200" marR="0" lvl="0" indent="0" algn="l" rtl="0">
              <a:lnSpc>
                <a:spcPct val="100000"/>
              </a:lnSpc>
              <a:spcBef>
                <a:spcPts val="0"/>
              </a:spcBef>
              <a:spcAft>
                <a:spcPts val="0"/>
              </a:spcAft>
              <a:buNone/>
            </a:pPr>
            <a:endParaRPr sz="1800" dirty="0">
              <a:solidFill>
                <a:schemeClr val="dk1"/>
              </a:solidFill>
              <a:latin typeface="Assistant"/>
              <a:ea typeface="Assistant"/>
              <a:cs typeface="Assistant"/>
              <a:sym typeface="Assistant"/>
            </a:endParaRPr>
          </a:p>
          <a:p>
            <a:pPr marL="457200" marR="0" lvl="0" indent="0" algn="l" rtl="0">
              <a:lnSpc>
                <a:spcPct val="100000"/>
              </a:lnSpc>
              <a:spcBef>
                <a:spcPts val="0"/>
              </a:spcBef>
              <a:spcAft>
                <a:spcPts val="0"/>
              </a:spcAft>
              <a:buNone/>
            </a:pPr>
            <a:endParaRPr sz="1800" b="0" i="0" u="none" strike="noStrike" cap="none" dirty="0">
              <a:solidFill>
                <a:schemeClr val="dk1"/>
              </a:solidFill>
              <a:latin typeface="Assistant"/>
              <a:ea typeface="Assistant"/>
              <a:cs typeface="Assistant"/>
              <a:sym typeface="Assistant"/>
            </a:endParaRPr>
          </a:p>
        </p:txBody>
      </p:sp>
      <p:sp>
        <p:nvSpPr>
          <p:cNvPr id="10" name="Google Shape;475;p74">
            <a:extLst>
              <a:ext uri="{FF2B5EF4-FFF2-40B4-BE49-F238E27FC236}">
                <a16:creationId xmlns:a16="http://schemas.microsoft.com/office/drawing/2014/main" id="{50DE46C4-451C-4D11-9CAD-2CBC658073F3}"/>
              </a:ext>
            </a:extLst>
          </p:cNvPr>
          <p:cNvSpPr txBox="1"/>
          <p:nvPr/>
        </p:nvSpPr>
        <p:spPr>
          <a:xfrm>
            <a:off x="6605194" y="1175700"/>
            <a:ext cx="2538805" cy="2792100"/>
          </a:xfrm>
          <a:prstGeom prst="rect">
            <a:avLst/>
          </a:prstGeom>
          <a:noFill/>
          <a:ln>
            <a:noFill/>
          </a:ln>
        </p:spPr>
        <p:txBody>
          <a:bodyPr spcFirstLastPara="1" wrap="square" lIns="91425" tIns="91425" rIns="91425" bIns="91425" anchor="t" anchorCtr="0">
            <a:noAutofit/>
          </a:bodyPr>
          <a:lstStyle/>
          <a:p>
            <a:pPr marL="457200" lvl="0"/>
            <a:r>
              <a:rPr lang="en-US" sz="1800" dirty="0">
                <a:solidFill>
                  <a:schemeClr val="dk1"/>
                </a:solidFill>
                <a:latin typeface="Assistant"/>
                <a:ea typeface="Assistant"/>
                <a:cs typeface="Assistant"/>
                <a:sym typeface="Assistant"/>
              </a:rPr>
              <a:t>There are more failure in lindi than other regions</a:t>
            </a:r>
            <a:endParaRPr sz="1800" dirty="0">
              <a:solidFill>
                <a:schemeClr val="dk1"/>
              </a:solidFill>
              <a:latin typeface="Assistant"/>
              <a:ea typeface="Assistant"/>
              <a:cs typeface="Assistant"/>
              <a:sym typeface="Assistant"/>
            </a:endParaRPr>
          </a:p>
          <a:p>
            <a:pPr marL="457200" marR="0" lvl="0" indent="0" algn="l" rtl="0">
              <a:lnSpc>
                <a:spcPct val="100000"/>
              </a:lnSpc>
              <a:spcBef>
                <a:spcPts val="0"/>
              </a:spcBef>
              <a:spcAft>
                <a:spcPts val="0"/>
              </a:spcAft>
              <a:buNone/>
            </a:pPr>
            <a:endParaRPr sz="1800" b="0" i="0" u="none" strike="noStrike" cap="none" dirty="0">
              <a:solidFill>
                <a:schemeClr val="dk1"/>
              </a:solidFill>
              <a:latin typeface="Assistant"/>
              <a:ea typeface="Assistant"/>
              <a:cs typeface="Assistant"/>
              <a:sym typeface="Assistant"/>
            </a:endParaRPr>
          </a:p>
        </p:txBody>
      </p:sp>
      <p:pic>
        <p:nvPicPr>
          <p:cNvPr id="5124" name="Picture 4">
            <a:extLst>
              <a:ext uri="{FF2B5EF4-FFF2-40B4-BE49-F238E27FC236}">
                <a16:creationId xmlns:a16="http://schemas.microsoft.com/office/drawing/2014/main" id="{789ECCEF-DA5F-4512-B228-59B23C5F88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99" y="903642"/>
            <a:ext cx="7099679" cy="41332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77"/>
          <p:cNvSpPr txBox="1">
            <a:spLocks noGrp="1"/>
          </p:cNvSpPr>
          <p:nvPr>
            <p:ph type="body" idx="1"/>
          </p:nvPr>
        </p:nvSpPr>
        <p:spPr>
          <a:xfrm>
            <a:off x="311700" y="1005850"/>
            <a:ext cx="3999900" cy="3657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457200" lvl="0" indent="0" algn="l" rtl="0">
              <a:spcBef>
                <a:spcPts val="0"/>
              </a:spcBef>
              <a:spcAft>
                <a:spcPts val="0"/>
              </a:spcAft>
              <a:buNone/>
            </a:pPr>
            <a:r>
              <a:rPr lang="en" sz="2500" b="1" dirty="0">
                <a:solidFill>
                  <a:srgbClr val="F06235"/>
                </a:solidFill>
              </a:rPr>
              <a:t>Summary</a:t>
            </a:r>
            <a:endParaRPr sz="2500" b="1" dirty="0">
              <a:solidFill>
                <a:srgbClr val="F06235"/>
              </a:solidFill>
            </a:endParaRPr>
          </a:p>
        </p:txBody>
      </p:sp>
      <p:sp>
        <p:nvSpPr>
          <p:cNvPr id="500" name="Google Shape;500;p7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Clr>
                <a:srgbClr val="000000"/>
              </a:buClr>
              <a:buSzPct val="100000"/>
              <a:buFont typeface="Arial"/>
              <a:buNone/>
            </a:pPr>
            <a:fld id="{00000000-1234-1234-1234-123412341234}" type="slidenum">
              <a:rPr lang="en"/>
              <a:t>11</a:t>
            </a:fld>
            <a:endParaRPr/>
          </a:p>
        </p:txBody>
      </p:sp>
      <p:sp>
        <p:nvSpPr>
          <p:cNvPr id="501" name="Google Shape;501;p77"/>
          <p:cNvSpPr txBox="1">
            <a:spLocks noGrp="1"/>
          </p:cNvSpPr>
          <p:nvPr>
            <p:ph type="body" idx="2"/>
          </p:nvPr>
        </p:nvSpPr>
        <p:spPr>
          <a:xfrm>
            <a:off x="4759150" y="1005850"/>
            <a:ext cx="4174800" cy="3657300"/>
          </a:xfrm>
          <a:prstGeom prst="rect">
            <a:avLst/>
          </a:prstGeom>
        </p:spPr>
        <p:txBody>
          <a:bodyPr spcFirstLastPara="1" wrap="square" lIns="91425" tIns="91425" rIns="91425" bIns="91425" anchor="t" anchorCtr="0">
            <a:noAutofit/>
          </a:bodyPr>
          <a:lstStyle/>
          <a:p>
            <a:pPr marL="139700" indent="0">
              <a:buNone/>
            </a:pPr>
            <a:endParaRPr lang="en-US" sz="1200" dirty="0"/>
          </a:p>
          <a:p>
            <a:pPr marL="139700" indent="0">
              <a:buNone/>
            </a:pPr>
            <a:endParaRPr lang="en-US" sz="1200" dirty="0"/>
          </a:p>
          <a:p>
            <a:pPr marL="139700" indent="0">
              <a:buNone/>
            </a:pPr>
            <a:r>
              <a:rPr lang="en-US" sz="1200" dirty="0"/>
              <a:t>Older pumps are more likely to fail because wear accumulates over time, so age becomes a strong risk factor. Likewise, some regions show more failures than others, which points to differences in climate, groundwater conditions, maintenance access, or spare-part availability. Pump type also matters because some designs are more durable or better suited to certain operating conditions than others. Installer quality appears important too. If pumps installed by some organizations fail less often, that suggests better workmanship, installation standards, or follow-up maintenance. Water quantity can also affect reliability because pumps serving scarce or heavily used sources may be under more stress, which increases breakdown risk.</a:t>
            </a:r>
          </a:p>
          <a:p>
            <a:pPr marL="0" lvl="0" indent="0" algn="l" rtl="0">
              <a:spcBef>
                <a:spcPts val="1200"/>
              </a:spcBef>
              <a:spcAft>
                <a:spcPts val="0"/>
              </a:spcAft>
              <a:buNone/>
            </a:pPr>
            <a:endParaRPr dirty="0">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7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
              <a:t>Thank you all for your time</a:t>
            </a:r>
            <a:endParaRPr b="0"/>
          </a:p>
        </p:txBody>
      </p:sp>
      <p:pic>
        <p:nvPicPr>
          <p:cNvPr id="5" name="Picture 2" descr="Old water pump Vector Images &amp; Graphics ...">
            <a:extLst>
              <a:ext uri="{FF2B5EF4-FFF2-40B4-BE49-F238E27FC236}">
                <a16:creationId xmlns:a16="http://schemas.microsoft.com/office/drawing/2014/main" id="{90A2B46F-4043-4A07-8574-76A101D00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8536" y="0"/>
            <a:ext cx="1355464" cy="715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D5D5D"/>
      </a:dk2>
      <a:lt2>
        <a:srgbClr val="DADADA"/>
      </a:lt2>
      <a:accent1>
        <a:srgbClr val="58ADC5"/>
      </a:accent1>
      <a:accent2>
        <a:srgbClr val="8AC6D6"/>
      </a:accent2>
      <a:accent3>
        <a:srgbClr val="CDE6EE"/>
      </a:accent3>
      <a:accent4>
        <a:srgbClr val="EA5B25"/>
      </a:accent4>
      <a:accent5>
        <a:srgbClr val="F08C66"/>
      </a:accent5>
      <a:accent6>
        <a:srgbClr val="F9CEBE"/>
      </a:accent6>
      <a:hlink>
        <a:srgbClr val="58AD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D5D5D"/>
      </a:dk2>
      <a:lt2>
        <a:srgbClr val="DADADA"/>
      </a:lt2>
      <a:accent1>
        <a:srgbClr val="58ADC5"/>
      </a:accent1>
      <a:accent2>
        <a:srgbClr val="8AC6D6"/>
      </a:accent2>
      <a:accent3>
        <a:srgbClr val="CDE6EE"/>
      </a:accent3>
      <a:accent4>
        <a:srgbClr val="EA5B25"/>
      </a:accent4>
      <a:accent5>
        <a:srgbClr val="F08C66"/>
      </a:accent5>
      <a:accent6>
        <a:srgbClr val="F9CEBE"/>
      </a:accent6>
      <a:hlink>
        <a:srgbClr val="58AD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D5D5D"/>
      </a:dk2>
      <a:lt2>
        <a:srgbClr val="DADADA"/>
      </a:lt2>
      <a:accent1>
        <a:srgbClr val="58ADC5"/>
      </a:accent1>
      <a:accent2>
        <a:srgbClr val="8AC6D6"/>
      </a:accent2>
      <a:accent3>
        <a:srgbClr val="CDE6EE"/>
      </a:accent3>
      <a:accent4>
        <a:srgbClr val="EA5B25"/>
      </a:accent4>
      <a:accent5>
        <a:srgbClr val="F08C66"/>
      </a:accent5>
      <a:accent6>
        <a:srgbClr val="F9CEBE"/>
      </a:accent6>
      <a:hlink>
        <a:srgbClr val="58AD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939</TotalTime>
  <Words>408</Words>
  <Application>Microsoft Office PowerPoint</Application>
  <PresentationFormat>On-screen Show (16:9)</PresentationFormat>
  <Paragraphs>97</Paragraphs>
  <Slides>12</Slides>
  <Notes>12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12</vt:i4>
      </vt:variant>
    </vt:vector>
  </HeadingPairs>
  <TitlesOfParts>
    <vt:vector size="22" baseType="lpstr">
      <vt:lpstr>Roboto Medium</vt:lpstr>
      <vt:lpstr>Assistant</vt:lpstr>
      <vt:lpstr>Roboto Light</vt:lpstr>
      <vt:lpstr>Roboto Mono</vt:lpstr>
      <vt:lpstr>Calibri</vt:lpstr>
      <vt:lpstr>Roboto</vt:lpstr>
      <vt:lpstr>Arial</vt:lpstr>
      <vt:lpstr>Simple Light</vt:lpstr>
      <vt:lpstr>Simple Light</vt:lpstr>
      <vt:lpstr>Simple Light</vt:lpstr>
      <vt:lpstr>Water Pump Functionality Prediction</vt:lpstr>
      <vt:lpstr>PowerPoint Presentation</vt:lpstr>
      <vt:lpstr>PowerPoint Presentation</vt:lpstr>
      <vt:lpstr>PowerPoint Presentation</vt:lpstr>
      <vt:lpstr>PowerPoint Presentation</vt:lpstr>
      <vt:lpstr>Does water quantity influence pump functionality </vt:lpstr>
      <vt:lpstr>How does the installer relate to long-term functionality?  </vt:lpstr>
      <vt:lpstr>Which pump types have the highest proportion of non functional pumps?  </vt:lpstr>
      <vt:lpstr>Do older pumps fail more often than newer ones? </vt:lpstr>
      <vt:lpstr>Are certain regions more prone to pump failures </vt:lpstr>
      <vt:lpstr>PowerPoint Presentation</vt:lpstr>
      <vt:lpstr>Thank you all for your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Insurance Financial Analysis and Plan</dc:title>
  <dc:creator>ACER</dc:creator>
  <cp:lastModifiedBy>ACER</cp:lastModifiedBy>
  <cp:revision>42</cp:revision>
  <dcterms:modified xsi:type="dcterms:W3CDTF">2026-04-16T05:42:54Z</dcterms:modified>
</cp:coreProperties>
</file>